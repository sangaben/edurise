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29"/>
  </p:notesMasterIdLst>
  <p:sldIdLst>
    <p:sldId id="296" r:id="rId2"/>
    <p:sldId id="299" r:id="rId3"/>
    <p:sldId id="563" r:id="rId4"/>
    <p:sldId id="315" r:id="rId5"/>
    <p:sldId id="301" r:id="rId6"/>
    <p:sldId id="302" r:id="rId7"/>
    <p:sldId id="303" r:id="rId8"/>
    <p:sldId id="304" r:id="rId9"/>
    <p:sldId id="305" r:id="rId10"/>
    <p:sldId id="306" r:id="rId11"/>
    <p:sldId id="564" r:id="rId12"/>
    <p:sldId id="566" r:id="rId13"/>
    <p:sldId id="286" r:id="rId14"/>
    <p:sldId id="295" r:id="rId15"/>
    <p:sldId id="567" r:id="rId16"/>
    <p:sldId id="297" r:id="rId17"/>
    <p:sldId id="568" r:id="rId18"/>
    <p:sldId id="290" r:id="rId19"/>
    <p:sldId id="570" r:id="rId20"/>
    <p:sldId id="571" r:id="rId21"/>
    <p:sldId id="572" r:id="rId22"/>
    <p:sldId id="573" r:id="rId23"/>
    <p:sldId id="574" r:id="rId24"/>
    <p:sldId id="575" r:id="rId25"/>
    <p:sldId id="576" r:id="rId26"/>
    <p:sldId id="577" r:id="rId27"/>
    <p:sldId id="578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emacu Kennedy" userId="e778e2ad06e8c6e7" providerId="LiveId" clId="{EE916C5A-99A7-4FF2-B0AF-9E1BEA18FB05}"/>
    <pc:docChg chg="undo custSel delSld modSld">
      <pc:chgData name="Edemacu Kennedy" userId="e778e2ad06e8c6e7" providerId="LiveId" clId="{EE916C5A-99A7-4FF2-B0AF-9E1BEA18FB05}" dt="2022-04-05T09:19:31.090" v="302" actId="478"/>
      <pc:docMkLst>
        <pc:docMk/>
      </pc:docMkLst>
      <pc:sldChg chg="del">
        <pc:chgData name="Edemacu Kennedy" userId="e778e2ad06e8c6e7" providerId="LiveId" clId="{EE916C5A-99A7-4FF2-B0AF-9E1BEA18FB05}" dt="2022-04-05T07:20:03.628" v="35" actId="47"/>
        <pc:sldMkLst>
          <pc:docMk/>
          <pc:sldMk cId="1814606204" sldId="261"/>
        </pc:sldMkLst>
      </pc:sldChg>
      <pc:sldChg chg="delSp mod">
        <pc:chgData name="Edemacu Kennedy" userId="e778e2ad06e8c6e7" providerId="LiveId" clId="{EE916C5A-99A7-4FF2-B0AF-9E1BEA18FB05}" dt="2022-04-05T08:21:48.977" v="193" actId="478"/>
        <pc:sldMkLst>
          <pc:docMk/>
          <pc:sldMk cId="270162484" sldId="286"/>
        </pc:sldMkLst>
        <pc:spChg chg="del">
          <ac:chgData name="Edemacu Kennedy" userId="e778e2ad06e8c6e7" providerId="LiveId" clId="{EE916C5A-99A7-4FF2-B0AF-9E1BEA18FB05}" dt="2022-04-05T08:21:43.403" v="191" actId="478"/>
          <ac:spMkLst>
            <pc:docMk/>
            <pc:sldMk cId="270162484" sldId="286"/>
            <ac:spMk id="4" creationId="{00000000-0000-0000-0000-000000000000}"/>
          </ac:spMkLst>
        </pc:spChg>
        <pc:spChg chg="del">
          <ac:chgData name="Edemacu Kennedy" userId="e778e2ad06e8c6e7" providerId="LiveId" clId="{EE916C5A-99A7-4FF2-B0AF-9E1BEA18FB05}" dt="2022-04-05T08:21:48.977" v="193" actId="478"/>
          <ac:spMkLst>
            <pc:docMk/>
            <pc:sldMk cId="270162484" sldId="286"/>
            <ac:spMk id="5" creationId="{00000000-0000-0000-0000-000000000000}"/>
          </ac:spMkLst>
        </pc:spChg>
        <pc:spChg chg="del">
          <ac:chgData name="Edemacu Kennedy" userId="e778e2ad06e8c6e7" providerId="LiveId" clId="{EE916C5A-99A7-4FF2-B0AF-9E1BEA18FB05}" dt="2022-04-05T08:21:46.368" v="192" actId="478"/>
          <ac:spMkLst>
            <pc:docMk/>
            <pc:sldMk cId="270162484" sldId="286"/>
            <ac:spMk id="6" creationId="{00000000-0000-0000-0000-000000000000}"/>
          </ac:spMkLst>
        </pc:spChg>
      </pc:sldChg>
      <pc:sldChg chg="delSp modSp mod">
        <pc:chgData name="Edemacu Kennedy" userId="e778e2ad06e8c6e7" providerId="LiveId" clId="{EE916C5A-99A7-4FF2-B0AF-9E1BEA18FB05}" dt="2022-04-05T09:07:53.171" v="267" actId="20577"/>
        <pc:sldMkLst>
          <pc:docMk/>
          <pc:sldMk cId="3448258462" sldId="290"/>
        </pc:sldMkLst>
        <pc:spChg chg="del mod">
          <ac:chgData name="Edemacu Kennedy" userId="e778e2ad06e8c6e7" providerId="LiveId" clId="{EE916C5A-99A7-4FF2-B0AF-9E1BEA18FB05}" dt="2022-04-05T09:05:15.746" v="258" actId="478"/>
          <ac:spMkLst>
            <pc:docMk/>
            <pc:sldMk cId="3448258462" sldId="290"/>
            <ac:spMk id="4" creationId="{00000000-0000-0000-0000-000000000000}"/>
          </ac:spMkLst>
        </pc:spChg>
        <pc:spChg chg="del mod">
          <ac:chgData name="Edemacu Kennedy" userId="e778e2ad06e8c6e7" providerId="LiveId" clId="{EE916C5A-99A7-4FF2-B0AF-9E1BEA18FB05}" dt="2022-04-05T09:05:23.043" v="262" actId="478"/>
          <ac:spMkLst>
            <pc:docMk/>
            <pc:sldMk cId="3448258462" sldId="290"/>
            <ac:spMk id="5" creationId="{00000000-0000-0000-0000-000000000000}"/>
          </ac:spMkLst>
        </pc:spChg>
        <pc:spChg chg="del mod">
          <ac:chgData name="Edemacu Kennedy" userId="e778e2ad06e8c6e7" providerId="LiveId" clId="{EE916C5A-99A7-4FF2-B0AF-9E1BEA18FB05}" dt="2022-04-05T09:05:18.445" v="260" actId="478"/>
          <ac:spMkLst>
            <pc:docMk/>
            <pc:sldMk cId="3448258462" sldId="290"/>
            <ac:spMk id="6" creationId="{00000000-0000-0000-0000-000000000000}"/>
          </ac:spMkLst>
        </pc:spChg>
        <pc:spChg chg="mod">
          <ac:chgData name="Edemacu Kennedy" userId="e778e2ad06e8c6e7" providerId="LiveId" clId="{EE916C5A-99A7-4FF2-B0AF-9E1BEA18FB05}" dt="2022-04-05T09:05:04.650" v="256" actId="27636"/>
          <ac:spMkLst>
            <pc:docMk/>
            <pc:sldMk cId="3448258462" sldId="290"/>
            <ac:spMk id="7" creationId="{00000000-0000-0000-0000-000000000000}"/>
          </ac:spMkLst>
        </pc:spChg>
        <pc:spChg chg="mod">
          <ac:chgData name="Edemacu Kennedy" userId="e778e2ad06e8c6e7" providerId="LiveId" clId="{EE916C5A-99A7-4FF2-B0AF-9E1BEA18FB05}" dt="2022-04-05T09:07:53.171" v="267" actId="20577"/>
          <ac:spMkLst>
            <pc:docMk/>
            <pc:sldMk cId="3448258462" sldId="290"/>
            <ac:spMk id="8" creationId="{00000000-0000-0000-0000-000000000000}"/>
          </ac:spMkLst>
        </pc:spChg>
      </pc:sldChg>
      <pc:sldChg chg="delSp modSp mod">
        <pc:chgData name="Edemacu Kennedy" userId="e778e2ad06e8c6e7" providerId="LiveId" clId="{EE916C5A-99A7-4FF2-B0AF-9E1BEA18FB05}" dt="2022-04-05T08:57:53.141" v="197" actId="478"/>
        <pc:sldMkLst>
          <pc:docMk/>
          <pc:sldMk cId="329448015" sldId="295"/>
        </pc:sldMkLst>
        <pc:spChg chg="del mod">
          <ac:chgData name="Edemacu Kennedy" userId="e778e2ad06e8c6e7" providerId="LiveId" clId="{EE916C5A-99A7-4FF2-B0AF-9E1BEA18FB05}" dt="2022-04-05T08:57:53.141" v="197" actId="478"/>
          <ac:spMkLst>
            <pc:docMk/>
            <pc:sldMk cId="329448015" sldId="295"/>
            <ac:spMk id="4" creationId="{00000000-0000-0000-0000-000000000000}"/>
          </ac:spMkLst>
        </pc:spChg>
        <pc:spChg chg="del">
          <ac:chgData name="Edemacu Kennedy" userId="e778e2ad06e8c6e7" providerId="LiveId" clId="{EE916C5A-99A7-4FF2-B0AF-9E1BEA18FB05}" dt="2022-04-05T08:57:49.400" v="195" actId="478"/>
          <ac:spMkLst>
            <pc:docMk/>
            <pc:sldMk cId="329448015" sldId="295"/>
            <ac:spMk id="5" creationId="{00000000-0000-0000-0000-000000000000}"/>
          </ac:spMkLst>
        </pc:spChg>
        <pc:spChg chg="del">
          <ac:chgData name="Edemacu Kennedy" userId="e778e2ad06e8c6e7" providerId="LiveId" clId="{EE916C5A-99A7-4FF2-B0AF-9E1BEA18FB05}" dt="2022-04-05T08:57:44.915" v="194" actId="478"/>
          <ac:spMkLst>
            <pc:docMk/>
            <pc:sldMk cId="329448015" sldId="295"/>
            <ac:spMk id="6" creationId="{00000000-0000-0000-0000-000000000000}"/>
          </ac:spMkLst>
        </pc:spChg>
      </pc:sldChg>
      <pc:sldChg chg="addSp delSp modSp mod">
        <pc:chgData name="Edemacu Kennedy" userId="e778e2ad06e8c6e7" providerId="LiveId" clId="{EE916C5A-99A7-4FF2-B0AF-9E1BEA18FB05}" dt="2022-04-05T07:19:52.438" v="34" actId="14100"/>
        <pc:sldMkLst>
          <pc:docMk/>
          <pc:sldMk cId="1554744364" sldId="296"/>
        </pc:sldMkLst>
        <pc:spChg chg="del mod">
          <ac:chgData name="Edemacu Kennedy" userId="e778e2ad06e8c6e7" providerId="LiveId" clId="{EE916C5A-99A7-4FF2-B0AF-9E1BEA18FB05}" dt="2022-04-05T07:19:23.010" v="30" actId="478"/>
          <ac:spMkLst>
            <pc:docMk/>
            <pc:sldMk cId="1554744364" sldId="296"/>
            <ac:spMk id="3" creationId="{00000000-0000-0000-0000-000000000000}"/>
          </ac:spMkLst>
        </pc:spChg>
        <pc:spChg chg="add del mod">
          <ac:chgData name="Edemacu Kennedy" userId="e778e2ad06e8c6e7" providerId="LiveId" clId="{EE916C5A-99A7-4FF2-B0AF-9E1BEA18FB05}" dt="2022-04-05T07:19:25.591" v="31"/>
          <ac:spMkLst>
            <pc:docMk/>
            <pc:sldMk cId="1554744364" sldId="296"/>
            <ac:spMk id="5" creationId="{A37848D7-E4A9-47E9-8890-53F78887DCB6}"/>
          </ac:spMkLst>
        </pc:spChg>
        <pc:spChg chg="add mod">
          <ac:chgData name="Edemacu Kennedy" userId="e778e2ad06e8c6e7" providerId="LiveId" clId="{EE916C5A-99A7-4FF2-B0AF-9E1BEA18FB05}" dt="2022-04-05T07:19:52.438" v="34" actId="14100"/>
          <ac:spMkLst>
            <pc:docMk/>
            <pc:sldMk cId="1554744364" sldId="296"/>
            <ac:spMk id="6" creationId="{E065D840-43F1-46F9-9207-DD52ACDCE91D}"/>
          </ac:spMkLst>
        </pc:spChg>
      </pc:sldChg>
      <pc:sldChg chg="delSp mod">
        <pc:chgData name="Edemacu Kennedy" userId="e778e2ad06e8c6e7" providerId="LiveId" clId="{EE916C5A-99A7-4FF2-B0AF-9E1BEA18FB05}" dt="2022-04-05T09:00:46.784" v="226" actId="478"/>
        <pc:sldMkLst>
          <pc:docMk/>
          <pc:sldMk cId="92576600" sldId="297"/>
        </pc:sldMkLst>
        <pc:spChg chg="del">
          <ac:chgData name="Edemacu Kennedy" userId="e778e2ad06e8c6e7" providerId="LiveId" clId="{EE916C5A-99A7-4FF2-B0AF-9E1BEA18FB05}" dt="2022-04-05T09:00:43.267" v="225" actId="478"/>
          <ac:spMkLst>
            <pc:docMk/>
            <pc:sldMk cId="92576600" sldId="297"/>
            <ac:spMk id="4" creationId="{00000000-0000-0000-0000-000000000000}"/>
          </ac:spMkLst>
        </pc:spChg>
        <pc:spChg chg="del">
          <ac:chgData name="Edemacu Kennedy" userId="e778e2ad06e8c6e7" providerId="LiveId" clId="{EE916C5A-99A7-4FF2-B0AF-9E1BEA18FB05}" dt="2022-04-05T09:00:46.784" v="226" actId="478"/>
          <ac:spMkLst>
            <pc:docMk/>
            <pc:sldMk cId="92576600" sldId="297"/>
            <ac:spMk id="5" creationId="{00000000-0000-0000-0000-000000000000}"/>
          </ac:spMkLst>
        </pc:spChg>
        <pc:spChg chg="del">
          <ac:chgData name="Edemacu Kennedy" userId="e778e2ad06e8c6e7" providerId="LiveId" clId="{EE916C5A-99A7-4FF2-B0AF-9E1BEA18FB05}" dt="2022-04-05T09:00:37.429" v="224" actId="478"/>
          <ac:spMkLst>
            <pc:docMk/>
            <pc:sldMk cId="92576600" sldId="297"/>
            <ac:spMk id="6" creationId="{00000000-0000-0000-0000-000000000000}"/>
          </ac:spMkLst>
        </pc:spChg>
      </pc:sldChg>
      <pc:sldChg chg="delSp mod">
        <pc:chgData name="Edemacu Kennedy" userId="e778e2ad06e8c6e7" providerId="LiveId" clId="{EE916C5A-99A7-4FF2-B0AF-9E1BEA18FB05}" dt="2022-04-05T07:20:33.056" v="38" actId="478"/>
        <pc:sldMkLst>
          <pc:docMk/>
          <pc:sldMk cId="2305860391" sldId="299"/>
        </pc:sldMkLst>
        <pc:spChg chg="del">
          <ac:chgData name="Edemacu Kennedy" userId="e778e2ad06e8c6e7" providerId="LiveId" clId="{EE916C5A-99A7-4FF2-B0AF-9E1BEA18FB05}" dt="2022-04-05T07:20:25.303" v="36" actId="478"/>
          <ac:spMkLst>
            <pc:docMk/>
            <pc:sldMk cId="2305860391" sldId="299"/>
            <ac:spMk id="4" creationId="{00000000-0000-0000-0000-000000000000}"/>
          </ac:spMkLst>
        </pc:spChg>
        <pc:spChg chg="del">
          <ac:chgData name="Edemacu Kennedy" userId="e778e2ad06e8c6e7" providerId="LiveId" clId="{EE916C5A-99A7-4FF2-B0AF-9E1BEA18FB05}" dt="2022-04-05T07:20:33.056" v="38" actId="478"/>
          <ac:spMkLst>
            <pc:docMk/>
            <pc:sldMk cId="2305860391" sldId="299"/>
            <ac:spMk id="5" creationId="{00000000-0000-0000-0000-000000000000}"/>
          </ac:spMkLst>
        </pc:spChg>
        <pc:spChg chg="del">
          <ac:chgData name="Edemacu Kennedy" userId="e778e2ad06e8c6e7" providerId="LiveId" clId="{EE916C5A-99A7-4FF2-B0AF-9E1BEA18FB05}" dt="2022-04-05T07:20:29.213" v="37" actId="478"/>
          <ac:spMkLst>
            <pc:docMk/>
            <pc:sldMk cId="2305860391" sldId="299"/>
            <ac:spMk id="6" creationId="{00000000-0000-0000-0000-000000000000}"/>
          </ac:spMkLst>
        </pc:spChg>
      </pc:sldChg>
      <pc:sldChg chg="del">
        <pc:chgData name="Edemacu Kennedy" userId="e778e2ad06e8c6e7" providerId="LiveId" clId="{EE916C5A-99A7-4FF2-B0AF-9E1BEA18FB05}" dt="2022-04-05T07:20:03.628" v="35" actId="47"/>
        <pc:sldMkLst>
          <pc:docMk/>
          <pc:sldMk cId="2819701584" sldId="300"/>
        </pc:sldMkLst>
      </pc:sldChg>
      <pc:sldChg chg="delSp modSp mod">
        <pc:chgData name="Edemacu Kennedy" userId="e778e2ad06e8c6e7" providerId="LiveId" clId="{EE916C5A-99A7-4FF2-B0AF-9E1BEA18FB05}" dt="2022-04-05T07:23:48.825" v="55" actId="207"/>
        <pc:sldMkLst>
          <pc:docMk/>
          <pc:sldMk cId="1134965906" sldId="301"/>
        </pc:sldMkLst>
        <pc:spChg chg="del">
          <ac:chgData name="Edemacu Kennedy" userId="e778e2ad06e8c6e7" providerId="LiveId" clId="{EE916C5A-99A7-4FF2-B0AF-9E1BEA18FB05}" dt="2022-04-05T07:23:18.364" v="50" actId="478"/>
          <ac:spMkLst>
            <pc:docMk/>
            <pc:sldMk cId="1134965906" sldId="301"/>
            <ac:spMk id="4" creationId="{00000000-0000-0000-0000-000000000000}"/>
          </ac:spMkLst>
        </pc:spChg>
        <pc:spChg chg="del mod">
          <ac:chgData name="Edemacu Kennedy" userId="e778e2ad06e8c6e7" providerId="LiveId" clId="{EE916C5A-99A7-4FF2-B0AF-9E1BEA18FB05}" dt="2022-04-05T07:23:34.305" v="53" actId="478"/>
          <ac:spMkLst>
            <pc:docMk/>
            <pc:sldMk cId="1134965906" sldId="301"/>
            <ac:spMk id="5" creationId="{00000000-0000-0000-0000-000000000000}"/>
          </ac:spMkLst>
        </pc:spChg>
        <pc:spChg chg="del">
          <ac:chgData name="Edemacu Kennedy" userId="e778e2ad06e8c6e7" providerId="LiveId" clId="{EE916C5A-99A7-4FF2-B0AF-9E1BEA18FB05}" dt="2022-04-05T07:23:22.803" v="51" actId="478"/>
          <ac:spMkLst>
            <pc:docMk/>
            <pc:sldMk cId="1134965906" sldId="301"/>
            <ac:spMk id="6" creationId="{00000000-0000-0000-0000-000000000000}"/>
          </ac:spMkLst>
        </pc:spChg>
        <pc:spChg chg="mod">
          <ac:chgData name="Edemacu Kennedy" userId="e778e2ad06e8c6e7" providerId="LiveId" clId="{EE916C5A-99A7-4FF2-B0AF-9E1BEA18FB05}" dt="2022-04-05T07:23:48.825" v="55" actId="207"/>
          <ac:spMkLst>
            <pc:docMk/>
            <pc:sldMk cId="1134965906" sldId="301"/>
            <ac:spMk id="8" creationId="{00000000-0000-0000-0000-000000000000}"/>
          </ac:spMkLst>
        </pc:spChg>
      </pc:sldChg>
      <pc:sldChg chg="delSp mod">
        <pc:chgData name="Edemacu Kennedy" userId="e778e2ad06e8c6e7" providerId="LiveId" clId="{EE916C5A-99A7-4FF2-B0AF-9E1BEA18FB05}" dt="2022-04-05T07:24:33.933" v="58" actId="478"/>
        <pc:sldMkLst>
          <pc:docMk/>
          <pc:sldMk cId="2777239656" sldId="302"/>
        </pc:sldMkLst>
        <pc:spChg chg="del">
          <ac:chgData name="Edemacu Kennedy" userId="e778e2ad06e8c6e7" providerId="LiveId" clId="{EE916C5A-99A7-4FF2-B0AF-9E1BEA18FB05}" dt="2022-04-05T07:24:33.933" v="58" actId="478"/>
          <ac:spMkLst>
            <pc:docMk/>
            <pc:sldMk cId="2777239656" sldId="302"/>
            <ac:spMk id="4" creationId="{00000000-0000-0000-0000-000000000000}"/>
          </ac:spMkLst>
        </pc:spChg>
        <pc:spChg chg="del">
          <ac:chgData name="Edemacu Kennedy" userId="e778e2ad06e8c6e7" providerId="LiveId" clId="{EE916C5A-99A7-4FF2-B0AF-9E1BEA18FB05}" dt="2022-04-05T07:24:29.706" v="57" actId="478"/>
          <ac:spMkLst>
            <pc:docMk/>
            <pc:sldMk cId="2777239656" sldId="302"/>
            <ac:spMk id="5" creationId="{00000000-0000-0000-0000-000000000000}"/>
          </ac:spMkLst>
        </pc:spChg>
        <pc:spChg chg="del">
          <ac:chgData name="Edemacu Kennedy" userId="e778e2ad06e8c6e7" providerId="LiveId" clId="{EE916C5A-99A7-4FF2-B0AF-9E1BEA18FB05}" dt="2022-04-05T07:24:24.213" v="56" actId="478"/>
          <ac:spMkLst>
            <pc:docMk/>
            <pc:sldMk cId="2777239656" sldId="302"/>
            <ac:spMk id="6" creationId="{00000000-0000-0000-0000-000000000000}"/>
          </ac:spMkLst>
        </pc:spChg>
      </pc:sldChg>
      <pc:sldChg chg="delSp modSp mod">
        <pc:chgData name="Edemacu Kennedy" userId="e778e2ad06e8c6e7" providerId="LiveId" clId="{EE916C5A-99A7-4FF2-B0AF-9E1BEA18FB05}" dt="2022-04-05T08:06:56.571" v="82" actId="1035"/>
        <pc:sldMkLst>
          <pc:docMk/>
          <pc:sldMk cId="3958577288" sldId="303"/>
        </pc:sldMkLst>
        <pc:spChg chg="mod">
          <ac:chgData name="Edemacu Kennedy" userId="e778e2ad06e8c6e7" providerId="LiveId" clId="{EE916C5A-99A7-4FF2-B0AF-9E1BEA18FB05}" dt="2022-04-05T08:06:36.640" v="66" actId="1035"/>
          <ac:spMkLst>
            <pc:docMk/>
            <pc:sldMk cId="3958577288" sldId="303"/>
            <ac:spMk id="3" creationId="{00000000-0000-0000-0000-000000000000}"/>
          </ac:spMkLst>
        </pc:spChg>
        <pc:spChg chg="del">
          <ac:chgData name="Edemacu Kennedy" userId="e778e2ad06e8c6e7" providerId="LiveId" clId="{EE916C5A-99A7-4FF2-B0AF-9E1BEA18FB05}" dt="2022-04-05T08:06:21.575" v="59" actId="478"/>
          <ac:spMkLst>
            <pc:docMk/>
            <pc:sldMk cId="3958577288" sldId="303"/>
            <ac:spMk id="4" creationId="{00000000-0000-0000-0000-000000000000}"/>
          </ac:spMkLst>
        </pc:spChg>
        <pc:spChg chg="del mod">
          <ac:chgData name="Edemacu Kennedy" userId="e778e2ad06e8c6e7" providerId="LiveId" clId="{EE916C5A-99A7-4FF2-B0AF-9E1BEA18FB05}" dt="2022-04-05T08:06:29.901" v="63" actId="478"/>
          <ac:spMkLst>
            <pc:docMk/>
            <pc:sldMk cId="3958577288" sldId="303"/>
            <ac:spMk id="5" creationId="{00000000-0000-0000-0000-000000000000}"/>
          </ac:spMkLst>
        </pc:spChg>
        <pc:spChg chg="del mod">
          <ac:chgData name="Edemacu Kennedy" userId="e778e2ad06e8c6e7" providerId="LiveId" clId="{EE916C5A-99A7-4FF2-B0AF-9E1BEA18FB05}" dt="2022-04-05T08:06:25.414" v="61" actId="478"/>
          <ac:spMkLst>
            <pc:docMk/>
            <pc:sldMk cId="3958577288" sldId="303"/>
            <ac:spMk id="6" creationId="{00000000-0000-0000-0000-000000000000}"/>
          </ac:spMkLst>
        </pc:spChg>
        <pc:spChg chg="mod">
          <ac:chgData name="Edemacu Kennedy" userId="e778e2ad06e8c6e7" providerId="LiveId" clId="{EE916C5A-99A7-4FF2-B0AF-9E1BEA18FB05}" dt="2022-04-05T08:06:40.881" v="70" actId="1035"/>
          <ac:spMkLst>
            <pc:docMk/>
            <pc:sldMk cId="3958577288" sldId="303"/>
            <ac:spMk id="14" creationId="{00000000-0000-0000-0000-000000000000}"/>
          </ac:spMkLst>
        </pc:spChg>
        <pc:spChg chg="mod">
          <ac:chgData name="Edemacu Kennedy" userId="e778e2ad06e8c6e7" providerId="LiveId" clId="{EE916C5A-99A7-4FF2-B0AF-9E1BEA18FB05}" dt="2022-04-05T08:06:52.473" v="74" actId="1035"/>
          <ac:spMkLst>
            <pc:docMk/>
            <pc:sldMk cId="3958577288" sldId="303"/>
            <ac:spMk id="15" creationId="{00000000-0000-0000-0000-000000000000}"/>
          </ac:spMkLst>
        </pc:spChg>
        <pc:spChg chg="mod">
          <ac:chgData name="Edemacu Kennedy" userId="e778e2ad06e8c6e7" providerId="LiveId" clId="{EE916C5A-99A7-4FF2-B0AF-9E1BEA18FB05}" dt="2022-04-05T08:06:56.571" v="82" actId="1035"/>
          <ac:spMkLst>
            <pc:docMk/>
            <pc:sldMk cId="3958577288" sldId="303"/>
            <ac:spMk id="16" creationId="{00000000-0000-0000-0000-000000000000}"/>
          </ac:spMkLst>
        </pc:spChg>
        <pc:grpChg chg="mod">
          <ac:chgData name="Edemacu Kennedy" userId="e778e2ad06e8c6e7" providerId="LiveId" clId="{EE916C5A-99A7-4FF2-B0AF-9E1BEA18FB05}" dt="2022-04-05T08:06:47.409" v="72" actId="1076"/>
          <ac:grpSpMkLst>
            <pc:docMk/>
            <pc:sldMk cId="3958577288" sldId="303"/>
            <ac:grpSpMk id="2" creationId="{00000000-0000-0000-0000-000000000000}"/>
          </ac:grpSpMkLst>
        </pc:grpChg>
      </pc:sldChg>
      <pc:sldChg chg="delSp modSp mod">
        <pc:chgData name="Edemacu Kennedy" userId="e778e2ad06e8c6e7" providerId="LiveId" clId="{EE916C5A-99A7-4FF2-B0AF-9E1BEA18FB05}" dt="2022-04-05T08:08:48.717" v="124" actId="1038"/>
        <pc:sldMkLst>
          <pc:docMk/>
          <pc:sldMk cId="3986347904" sldId="304"/>
        </pc:sldMkLst>
        <pc:spChg chg="del">
          <ac:chgData name="Edemacu Kennedy" userId="e778e2ad06e8c6e7" providerId="LiveId" clId="{EE916C5A-99A7-4FF2-B0AF-9E1BEA18FB05}" dt="2022-04-05T08:08:15.340" v="83" actId="478"/>
          <ac:spMkLst>
            <pc:docMk/>
            <pc:sldMk cId="3986347904" sldId="304"/>
            <ac:spMk id="4" creationId="{00000000-0000-0000-0000-000000000000}"/>
          </ac:spMkLst>
        </pc:spChg>
        <pc:spChg chg="del mod">
          <ac:chgData name="Edemacu Kennedy" userId="e778e2ad06e8c6e7" providerId="LiveId" clId="{EE916C5A-99A7-4FF2-B0AF-9E1BEA18FB05}" dt="2022-04-05T08:08:24.630" v="86" actId="478"/>
          <ac:spMkLst>
            <pc:docMk/>
            <pc:sldMk cId="3986347904" sldId="304"/>
            <ac:spMk id="5" creationId="{00000000-0000-0000-0000-000000000000}"/>
          </ac:spMkLst>
        </pc:spChg>
        <pc:spChg chg="del">
          <ac:chgData name="Edemacu Kennedy" userId="e778e2ad06e8c6e7" providerId="LiveId" clId="{EE916C5A-99A7-4FF2-B0AF-9E1BEA18FB05}" dt="2022-04-05T08:08:18.702" v="84" actId="478"/>
          <ac:spMkLst>
            <pc:docMk/>
            <pc:sldMk cId="3986347904" sldId="304"/>
            <ac:spMk id="6" creationId="{00000000-0000-0000-0000-000000000000}"/>
          </ac:spMkLst>
        </pc:spChg>
        <pc:spChg chg="mod">
          <ac:chgData name="Edemacu Kennedy" userId="e778e2ad06e8c6e7" providerId="LiveId" clId="{EE916C5A-99A7-4FF2-B0AF-9E1BEA18FB05}" dt="2022-04-05T08:08:48.717" v="124" actId="1038"/>
          <ac:spMkLst>
            <pc:docMk/>
            <pc:sldMk cId="3986347904" sldId="304"/>
            <ac:spMk id="7" creationId="{00000000-0000-0000-0000-000000000000}"/>
          </ac:spMkLst>
        </pc:spChg>
      </pc:sldChg>
      <pc:sldChg chg="delSp modSp mod">
        <pc:chgData name="Edemacu Kennedy" userId="e778e2ad06e8c6e7" providerId="LiveId" clId="{EE916C5A-99A7-4FF2-B0AF-9E1BEA18FB05}" dt="2022-04-05T08:14:16.417" v="130" actId="1076"/>
        <pc:sldMkLst>
          <pc:docMk/>
          <pc:sldMk cId="3896328280" sldId="305"/>
        </pc:sldMkLst>
        <pc:spChg chg="del">
          <ac:chgData name="Edemacu Kennedy" userId="e778e2ad06e8c6e7" providerId="LiveId" clId="{EE916C5A-99A7-4FF2-B0AF-9E1BEA18FB05}" dt="2022-04-05T08:14:02.623" v="125" actId="478"/>
          <ac:spMkLst>
            <pc:docMk/>
            <pc:sldMk cId="3896328280" sldId="305"/>
            <ac:spMk id="4" creationId="{00000000-0000-0000-0000-000000000000}"/>
          </ac:spMkLst>
        </pc:spChg>
        <pc:spChg chg="del mod">
          <ac:chgData name="Edemacu Kennedy" userId="e778e2ad06e8c6e7" providerId="LiveId" clId="{EE916C5A-99A7-4FF2-B0AF-9E1BEA18FB05}" dt="2022-04-05T08:14:10.532" v="128" actId="478"/>
          <ac:spMkLst>
            <pc:docMk/>
            <pc:sldMk cId="3896328280" sldId="305"/>
            <ac:spMk id="5" creationId="{00000000-0000-0000-0000-000000000000}"/>
          </ac:spMkLst>
        </pc:spChg>
        <pc:spChg chg="del">
          <ac:chgData name="Edemacu Kennedy" userId="e778e2ad06e8c6e7" providerId="LiveId" clId="{EE916C5A-99A7-4FF2-B0AF-9E1BEA18FB05}" dt="2022-04-05T08:14:07.045" v="126" actId="478"/>
          <ac:spMkLst>
            <pc:docMk/>
            <pc:sldMk cId="3896328280" sldId="305"/>
            <ac:spMk id="6" creationId="{00000000-0000-0000-0000-000000000000}"/>
          </ac:spMkLst>
        </pc:spChg>
        <pc:spChg chg="mod">
          <ac:chgData name="Edemacu Kennedy" userId="e778e2ad06e8c6e7" providerId="LiveId" clId="{EE916C5A-99A7-4FF2-B0AF-9E1BEA18FB05}" dt="2022-04-05T08:14:16.417" v="130" actId="1076"/>
          <ac:spMkLst>
            <pc:docMk/>
            <pc:sldMk cId="3896328280" sldId="305"/>
            <ac:spMk id="7" creationId="{00000000-0000-0000-0000-000000000000}"/>
          </ac:spMkLst>
        </pc:spChg>
        <pc:picChg chg="mod">
          <ac:chgData name="Edemacu Kennedy" userId="e778e2ad06e8c6e7" providerId="LiveId" clId="{EE916C5A-99A7-4FF2-B0AF-9E1BEA18FB05}" dt="2022-04-05T08:14:14.251" v="129" actId="1076"/>
          <ac:picMkLst>
            <pc:docMk/>
            <pc:sldMk cId="3896328280" sldId="305"/>
            <ac:picMk id="13" creationId="{00000000-0000-0000-0000-000000000000}"/>
          </ac:picMkLst>
        </pc:picChg>
      </pc:sldChg>
      <pc:sldChg chg="delSp modSp mod">
        <pc:chgData name="Edemacu Kennedy" userId="e778e2ad06e8c6e7" providerId="LiveId" clId="{EE916C5A-99A7-4FF2-B0AF-9E1BEA18FB05}" dt="2022-04-05T08:16:28.633" v="174" actId="1035"/>
        <pc:sldMkLst>
          <pc:docMk/>
          <pc:sldMk cId="3755076424" sldId="306"/>
        </pc:sldMkLst>
        <pc:spChg chg="del">
          <ac:chgData name="Edemacu Kennedy" userId="e778e2ad06e8c6e7" providerId="LiveId" clId="{EE916C5A-99A7-4FF2-B0AF-9E1BEA18FB05}" dt="2022-04-05T08:16:03.570" v="131" actId="478"/>
          <ac:spMkLst>
            <pc:docMk/>
            <pc:sldMk cId="3755076424" sldId="306"/>
            <ac:spMk id="4" creationId="{00000000-0000-0000-0000-000000000000}"/>
          </ac:spMkLst>
        </pc:spChg>
        <pc:spChg chg="del mod">
          <ac:chgData name="Edemacu Kennedy" userId="e778e2ad06e8c6e7" providerId="LiveId" clId="{EE916C5A-99A7-4FF2-B0AF-9E1BEA18FB05}" dt="2022-04-05T08:16:14.409" v="134" actId="478"/>
          <ac:spMkLst>
            <pc:docMk/>
            <pc:sldMk cId="3755076424" sldId="306"/>
            <ac:spMk id="5" creationId="{00000000-0000-0000-0000-000000000000}"/>
          </ac:spMkLst>
        </pc:spChg>
        <pc:spChg chg="del">
          <ac:chgData name="Edemacu Kennedy" userId="e778e2ad06e8c6e7" providerId="LiveId" clId="{EE916C5A-99A7-4FF2-B0AF-9E1BEA18FB05}" dt="2022-04-05T08:16:06.737" v="132" actId="478"/>
          <ac:spMkLst>
            <pc:docMk/>
            <pc:sldMk cId="3755076424" sldId="306"/>
            <ac:spMk id="6" creationId="{00000000-0000-0000-0000-000000000000}"/>
          </ac:spMkLst>
        </pc:spChg>
        <pc:spChg chg="mod">
          <ac:chgData name="Edemacu Kennedy" userId="e778e2ad06e8c6e7" providerId="LiveId" clId="{EE916C5A-99A7-4FF2-B0AF-9E1BEA18FB05}" dt="2022-04-05T08:16:28.633" v="174" actId="1035"/>
          <ac:spMkLst>
            <pc:docMk/>
            <pc:sldMk cId="3755076424" sldId="306"/>
            <ac:spMk id="7" creationId="{00000000-0000-0000-0000-000000000000}"/>
          </ac:spMkLst>
        </pc:spChg>
        <pc:spChg chg="mod">
          <ac:chgData name="Edemacu Kennedy" userId="e778e2ad06e8c6e7" providerId="LiveId" clId="{EE916C5A-99A7-4FF2-B0AF-9E1BEA18FB05}" dt="2022-04-05T08:16:22.131" v="161" actId="1035"/>
          <ac:spMkLst>
            <pc:docMk/>
            <pc:sldMk cId="3755076424" sldId="306"/>
            <ac:spMk id="16" creationId="{00000000-0000-0000-0000-000000000000}"/>
          </ac:spMkLst>
        </pc:spChg>
      </pc:sldChg>
      <pc:sldChg chg="delSp modSp mod">
        <pc:chgData name="Edemacu Kennedy" userId="e778e2ad06e8c6e7" providerId="LiveId" clId="{EE916C5A-99A7-4FF2-B0AF-9E1BEA18FB05}" dt="2022-04-05T07:22:44.961" v="49" actId="478"/>
        <pc:sldMkLst>
          <pc:docMk/>
          <pc:sldMk cId="3228121521" sldId="315"/>
        </pc:sldMkLst>
        <pc:spChg chg="del mod">
          <ac:chgData name="Edemacu Kennedy" userId="e778e2ad06e8c6e7" providerId="LiveId" clId="{EE916C5A-99A7-4FF2-B0AF-9E1BEA18FB05}" dt="2022-04-05T07:22:44.961" v="49" actId="478"/>
          <ac:spMkLst>
            <pc:docMk/>
            <pc:sldMk cId="3228121521" sldId="315"/>
            <ac:spMk id="4" creationId="{00000000-0000-0000-0000-000000000000}"/>
          </ac:spMkLst>
        </pc:spChg>
        <pc:spChg chg="del mod">
          <ac:chgData name="Edemacu Kennedy" userId="e778e2ad06e8c6e7" providerId="LiveId" clId="{EE916C5A-99A7-4FF2-B0AF-9E1BEA18FB05}" dt="2022-04-05T07:22:40.720" v="47" actId="478"/>
          <ac:spMkLst>
            <pc:docMk/>
            <pc:sldMk cId="3228121521" sldId="315"/>
            <ac:spMk id="5" creationId="{00000000-0000-0000-0000-000000000000}"/>
          </ac:spMkLst>
        </pc:spChg>
        <pc:spChg chg="del">
          <ac:chgData name="Edemacu Kennedy" userId="e778e2ad06e8c6e7" providerId="LiveId" clId="{EE916C5A-99A7-4FF2-B0AF-9E1BEA18FB05}" dt="2022-04-05T07:22:34.744" v="45" actId="478"/>
          <ac:spMkLst>
            <pc:docMk/>
            <pc:sldMk cId="3228121521" sldId="315"/>
            <ac:spMk id="6" creationId="{00000000-0000-0000-0000-000000000000}"/>
          </ac:spMkLst>
        </pc:spChg>
      </pc:sldChg>
      <pc:sldChg chg="del">
        <pc:chgData name="Edemacu Kennedy" userId="e778e2ad06e8c6e7" providerId="LiveId" clId="{EE916C5A-99A7-4FF2-B0AF-9E1BEA18FB05}" dt="2022-04-05T07:20:03.628" v="35" actId="47"/>
        <pc:sldMkLst>
          <pc:docMk/>
          <pc:sldMk cId="297752466" sldId="353"/>
        </pc:sldMkLst>
      </pc:sldChg>
      <pc:sldChg chg="del">
        <pc:chgData name="Edemacu Kennedy" userId="e778e2ad06e8c6e7" providerId="LiveId" clId="{EE916C5A-99A7-4FF2-B0AF-9E1BEA18FB05}" dt="2022-04-05T07:20:03.628" v="35" actId="47"/>
        <pc:sldMkLst>
          <pc:docMk/>
          <pc:sldMk cId="2151397861" sldId="354"/>
        </pc:sldMkLst>
      </pc:sldChg>
      <pc:sldChg chg="del">
        <pc:chgData name="Edemacu Kennedy" userId="e778e2ad06e8c6e7" providerId="LiveId" clId="{EE916C5A-99A7-4FF2-B0AF-9E1BEA18FB05}" dt="2022-04-05T07:20:03.628" v="35" actId="47"/>
        <pc:sldMkLst>
          <pc:docMk/>
          <pc:sldMk cId="618361024" sldId="359"/>
        </pc:sldMkLst>
      </pc:sldChg>
      <pc:sldChg chg="del">
        <pc:chgData name="Edemacu Kennedy" userId="e778e2ad06e8c6e7" providerId="LiveId" clId="{EE916C5A-99A7-4FF2-B0AF-9E1BEA18FB05}" dt="2022-04-05T07:20:03.628" v="35" actId="47"/>
        <pc:sldMkLst>
          <pc:docMk/>
          <pc:sldMk cId="1770004" sldId="372"/>
        </pc:sldMkLst>
      </pc:sldChg>
      <pc:sldChg chg="del">
        <pc:chgData name="Edemacu Kennedy" userId="e778e2ad06e8c6e7" providerId="LiveId" clId="{EE916C5A-99A7-4FF2-B0AF-9E1BEA18FB05}" dt="2022-04-05T07:20:03.628" v="35" actId="47"/>
        <pc:sldMkLst>
          <pc:docMk/>
          <pc:sldMk cId="444191127" sldId="373"/>
        </pc:sldMkLst>
      </pc:sldChg>
      <pc:sldChg chg="del">
        <pc:chgData name="Edemacu Kennedy" userId="e778e2ad06e8c6e7" providerId="LiveId" clId="{EE916C5A-99A7-4FF2-B0AF-9E1BEA18FB05}" dt="2022-04-05T07:20:03.628" v="35" actId="47"/>
        <pc:sldMkLst>
          <pc:docMk/>
          <pc:sldMk cId="621861479" sldId="374"/>
        </pc:sldMkLst>
      </pc:sldChg>
      <pc:sldChg chg="del">
        <pc:chgData name="Edemacu Kennedy" userId="e778e2ad06e8c6e7" providerId="LiveId" clId="{EE916C5A-99A7-4FF2-B0AF-9E1BEA18FB05}" dt="2022-04-05T07:20:03.628" v="35" actId="47"/>
        <pc:sldMkLst>
          <pc:docMk/>
          <pc:sldMk cId="1599840945" sldId="378"/>
        </pc:sldMkLst>
      </pc:sldChg>
      <pc:sldChg chg="del">
        <pc:chgData name="Edemacu Kennedy" userId="e778e2ad06e8c6e7" providerId="LiveId" clId="{EE916C5A-99A7-4FF2-B0AF-9E1BEA18FB05}" dt="2022-04-05T07:20:03.628" v="35" actId="47"/>
        <pc:sldMkLst>
          <pc:docMk/>
          <pc:sldMk cId="2503347557" sldId="379"/>
        </pc:sldMkLst>
      </pc:sldChg>
      <pc:sldChg chg="del">
        <pc:chgData name="Edemacu Kennedy" userId="e778e2ad06e8c6e7" providerId="LiveId" clId="{EE916C5A-99A7-4FF2-B0AF-9E1BEA18FB05}" dt="2022-04-05T07:20:03.628" v="35" actId="47"/>
        <pc:sldMkLst>
          <pc:docMk/>
          <pc:sldMk cId="1780853289" sldId="380"/>
        </pc:sldMkLst>
      </pc:sldChg>
      <pc:sldChg chg="del">
        <pc:chgData name="Edemacu Kennedy" userId="e778e2ad06e8c6e7" providerId="LiveId" clId="{EE916C5A-99A7-4FF2-B0AF-9E1BEA18FB05}" dt="2022-04-05T07:20:03.628" v="35" actId="47"/>
        <pc:sldMkLst>
          <pc:docMk/>
          <pc:sldMk cId="3667991197" sldId="392"/>
        </pc:sldMkLst>
      </pc:sldChg>
      <pc:sldChg chg="del">
        <pc:chgData name="Edemacu Kennedy" userId="e778e2ad06e8c6e7" providerId="LiveId" clId="{EE916C5A-99A7-4FF2-B0AF-9E1BEA18FB05}" dt="2022-04-05T07:20:03.628" v="35" actId="47"/>
        <pc:sldMkLst>
          <pc:docMk/>
          <pc:sldMk cId="3617078709" sldId="499"/>
        </pc:sldMkLst>
      </pc:sldChg>
      <pc:sldChg chg="del">
        <pc:chgData name="Edemacu Kennedy" userId="e778e2ad06e8c6e7" providerId="LiveId" clId="{EE916C5A-99A7-4FF2-B0AF-9E1BEA18FB05}" dt="2022-04-05T07:20:03.628" v="35" actId="47"/>
        <pc:sldMkLst>
          <pc:docMk/>
          <pc:sldMk cId="2790819290" sldId="500"/>
        </pc:sldMkLst>
      </pc:sldChg>
      <pc:sldChg chg="del">
        <pc:chgData name="Edemacu Kennedy" userId="e778e2ad06e8c6e7" providerId="LiveId" clId="{EE916C5A-99A7-4FF2-B0AF-9E1BEA18FB05}" dt="2022-04-05T07:20:03.628" v="35" actId="47"/>
        <pc:sldMkLst>
          <pc:docMk/>
          <pc:sldMk cId="2994535822" sldId="501"/>
        </pc:sldMkLst>
      </pc:sldChg>
      <pc:sldChg chg="del">
        <pc:chgData name="Edemacu Kennedy" userId="e778e2ad06e8c6e7" providerId="LiveId" clId="{EE916C5A-99A7-4FF2-B0AF-9E1BEA18FB05}" dt="2022-04-05T07:20:03.628" v="35" actId="47"/>
        <pc:sldMkLst>
          <pc:docMk/>
          <pc:sldMk cId="910344006" sldId="559"/>
        </pc:sldMkLst>
      </pc:sldChg>
      <pc:sldChg chg="del">
        <pc:chgData name="Edemacu Kennedy" userId="e778e2ad06e8c6e7" providerId="LiveId" clId="{EE916C5A-99A7-4FF2-B0AF-9E1BEA18FB05}" dt="2022-04-05T07:20:03.628" v="35" actId="47"/>
        <pc:sldMkLst>
          <pc:docMk/>
          <pc:sldMk cId="581892389" sldId="560"/>
        </pc:sldMkLst>
      </pc:sldChg>
      <pc:sldChg chg="del">
        <pc:chgData name="Edemacu Kennedy" userId="e778e2ad06e8c6e7" providerId="LiveId" clId="{EE916C5A-99A7-4FF2-B0AF-9E1BEA18FB05}" dt="2022-04-05T07:20:03.628" v="35" actId="47"/>
        <pc:sldMkLst>
          <pc:docMk/>
          <pc:sldMk cId="2008866376" sldId="561"/>
        </pc:sldMkLst>
      </pc:sldChg>
      <pc:sldChg chg="del">
        <pc:chgData name="Edemacu Kennedy" userId="e778e2ad06e8c6e7" providerId="LiveId" clId="{EE916C5A-99A7-4FF2-B0AF-9E1BEA18FB05}" dt="2022-04-05T07:20:03.628" v="35" actId="47"/>
        <pc:sldMkLst>
          <pc:docMk/>
          <pc:sldMk cId="1393289742" sldId="562"/>
        </pc:sldMkLst>
      </pc:sldChg>
      <pc:sldChg chg="delSp modSp mod">
        <pc:chgData name="Edemacu Kennedy" userId="e778e2ad06e8c6e7" providerId="LiveId" clId="{EE916C5A-99A7-4FF2-B0AF-9E1BEA18FB05}" dt="2022-04-05T07:21:43.071" v="44" actId="478"/>
        <pc:sldMkLst>
          <pc:docMk/>
          <pc:sldMk cId="3151380230" sldId="563"/>
        </pc:sldMkLst>
        <pc:spChg chg="del mod">
          <ac:chgData name="Edemacu Kennedy" userId="e778e2ad06e8c6e7" providerId="LiveId" clId="{EE916C5A-99A7-4FF2-B0AF-9E1BEA18FB05}" dt="2022-04-05T07:21:43.071" v="44" actId="478"/>
          <ac:spMkLst>
            <pc:docMk/>
            <pc:sldMk cId="3151380230" sldId="563"/>
            <ac:spMk id="4" creationId="{00000000-0000-0000-0000-000000000000}"/>
          </ac:spMkLst>
        </pc:spChg>
        <pc:spChg chg="del mod">
          <ac:chgData name="Edemacu Kennedy" userId="e778e2ad06e8c6e7" providerId="LiveId" clId="{EE916C5A-99A7-4FF2-B0AF-9E1BEA18FB05}" dt="2022-04-05T07:21:38.134" v="42" actId="478"/>
          <ac:spMkLst>
            <pc:docMk/>
            <pc:sldMk cId="3151380230" sldId="563"/>
            <ac:spMk id="5" creationId="{00000000-0000-0000-0000-000000000000}"/>
          </ac:spMkLst>
        </pc:spChg>
        <pc:spChg chg="del">
          <ac:chgData name="Edemacu Kennedy" userId="e778e2ad06e8c6e7" providerId="LiveId" clId="{EE916C5A-99A7-4FF2-B0AF-9E1BEA18FB05}" dt="2022-04-05T07:21:32.849" v="40" actId="478"/>
          <ac:spMkLst>
            <pc:docMk/>
            <pc:sldMk cId="3151380230" sldId="563"/>
            <ac:spMk id="6" creationId="{00000000-0000-0000-0000-000000000000}"/>
          </ac:spMkLst>
        </pc:spChg>
        <pc:spChg chg="mod">
          <ac:chgData name="Edemacu Kennedy" userId="e778e2ad06e8c6e7" providerId="LiveId" clId="{EE916C5A-99A7-4FF2-B0AF-9E1BEA18FB05}" dt="2022-04-05T07:21:20.902" v="39" actId="27636"/>
          <ac:spMkLst>
            <pc:docMk/>
            <pc:sldMk cId="3151380230" sldId="563"/>
            <ac:spMk id="8" creationId="{00000000-0000-0000-0000-000000000000}"/>
          </ac:spMkLst>
        </pc:spChg>
      </pc:sldChg>
      <pc:sldChg chg="addSp delSp modSp mod modClrScheme chgLayout">
        <pc:chgData name="Edemacu Kennedy" userId="e778e2ad06e8c6e7" providerId="LiveId" clId="{EE916C5A-99A7-4FF2-B0AF-9E1BEA18FB05}" dt="2022-04-05T08:20:05.715" v="186"/>
        <pc:sldMkLst>
          <pc:docMk/>
          <pc:sldMk cId="2963164481" sldId="564"/>
        </pc:sldMkLst>
        <pc:spChg chg="add del mod ord">
          <ac:chgData name="Edemacu Kennedy" userId="e778e2ad06e8c6e7" providerId="LiveId" clId="{EE916C5A-99A7-4FF2-B0AF-9E1BEA18FB05}" dt="2022-04-05T08:19:52.480" v="182" actId="700"/>
          <ac:spMkLst>
            <pc:docMk/>
            <pc:sldMk cId="2963164481" sldId="564"/>
            <ac:spMk id="3" creationId="{95D93868-7C75-43C8-BA03-4FE91308FDB0}"/>
          </ac:spMkLst>
        </pc:spChg>
        <pc:spChg chg="add mod ord">
          <ac:chgData name="Edemacu Kennedy" userId="e778e2ad06e8c6e7" providerId="LiveId" clId="{EE916C5A-99A7-4FF2-B0AF-9E1BEA18FB05}" dt="2022-04-05T08:20:05.715" v="186"/>
          <ac:spMkLst>
            <pc:docMk/>
            <pc:sldMk cId="2963164481" sldId="564"/>
            <ac:spMk id="4" creationId="{3365A94C-5BDB-47B7-8711-7D58A8AE3738}"/>
          </ac:spMkLst>
        </pc:spChg>
        <pc:spChg chg="del">
          <ac:chgData name="Edemacu Kennedy" userId="e778e2ad06e8c6e7" providerId="LiveId" clId="{EE916C5A-99A7-4FF2-B0AF-9E1BEA18FB05}" dt="2022-04-05T08:19:28.911" v="176" actId="478"/>
          <ac:spMkLst>
            <pc:docMk/>
            <pc:sldMk cId="2963164481" sldId="564"/>
            <ac:spMk id="5" creationId="{00000000-0000-0000-0000-000000000000}"/>
          </ac:spMkLst>
        </pc:spChg>
        <pc:spChg chg="del">
          <ac:chgData name="Edemacu Kennedy" userId="e778e2ad06e8c6e7" providerId="LiveId" clId="{EE916C5A-99A7-4FF2-B0AF-9E1BEA18FB05}" dt="2022-04-05T08:19:32.615" v="177" actId="478"/>
          <ac:spMkLst>
            <pc:docMk/>
            <pc:sldMk cId="2963164481" sldId="564"/>
            <ac:spMk id="6" creationId="{00000000-0000-0000-0000-000000000000}"/>
          </ac:spMkLst>
        </pc:spChg>
        <pc:spChg chg="del mod">
          <ac:chgData name="Edemacu Kennedy" userId="e778e2ad06e8c6e7" providerId="LiveId" clId="{EE916C5A-99A7-4FF2-B0AF-9E1BEA18FB05}" dt="2022-04-05T08:19:37.008" v="179" actId="478"/>
          <ac:spMkLst>
            <pc:docMk/>
            <pc:sldMk cId="2963164481" sldId="564"/>
            <ac:spMk id="7" creationId="{00000000-0000-0000-0000-000000000000}"/>
          </ac:spMkLst>
        </pc:spChg>
        <pc:spChg chg="mod ord">
          <ac:chgData name="Edemacu Kennedy" userId="e778e2ad06e8c6e7" providerId="LiveId" clId="{EE916C5A-99A7-4FF2-B0AF-9E1BEA18FB05}" dt="2022-04-05T08:20:03.311" v="185" actId="27636"/>
          <ac:spMkLst>
            <pc:docMk/>
            <pc:sldMk cId="2963164481" sldId="564"/>
            <ac:spMk id="3074" creationId="{00000000-0000-0000-0000-000000000000}"/>
          </ac:spMkLst>
        </pc:spChg>
        <pc:spChg chg="del mod">
          <ac:chgData name="Edemacu Kennedy" userId="e778e2ad06e8c6e7" providerId="LiveId" clId="{EE916C5A-99A7-4FF2-B0AF-9E1BEA18FB05}" dt="2022-04-05T08:19:40.647" v="181" actId="478"/>
          <ac:spMkLst>
            <pc:docMk/>
            <pc:sldMk cId="2963164481" sldId="564"/>
            <ac:spMk id="3075" creationId="{00000000-0000-0000-0000-000000000000}"/>
          </ac:spMkLst>
        </pc:spChg>
      </pc:sldChg>
      <pc:sldChg chg="delSp modSp mod">
        <pc:chgData name="Edemacu Kennedy" userId="e778e2ad06e8c6e7" providerId="LiveId" clId="{EE916C5A-99A7-4FF2-B0AF-9E1BEA18FB05}" dt="2022-04-05T08:21:15.278" v="190" actId="478"/>
        <pc:sldMkLst>
          <pc:docMk/>
          <pc:sldMk cId="3694392973" sldId="566"/>
        </pc:sldMkLst>
        <pc:spChg chg="del">
          <ac:chgData name="Edemacu Kennedy" userId="e778e2ad06e8c6e7" providerId="LiveId" clId="{EE916C5A-99A7-4FF2-B0AF-9E1BEA18FB05}" dt="2022-04-05T08:21:07.470" v="188" actId="478"/>
          <ac:spMkLst>
            <pc:docMk/>
            <pc:sldMk cId="3694392973" sldId="566"/>
            <ac:spMk id="4" creationId="{00000000-0000-0000-0000-000000000000}"/>
          </ac:spMkLst>
        </pc:spChg>
        <pc:spChg chg="del">
          <ac:chgData name="Edemacu Kennedy" userId="e778e2ad06e8c6e7" providerId="LiveId" clId="{EE916C5A-99A7-4FF2-B0AF-9E1BEA18FB05}" dt="2022-04-05T08:21:15.278" v="190" actId="478"/>
          <ac:spMkLst>
            <pc:docMk/>
            <pc:sldMk cId="3694392973" sldId="566"/>
            <ac:spMk id="5" creationId="{00000000-0000-0000-0000-000000000000}"/>
          </ac:spMkLst>
        </pc:spChg>
        <pc:spChg chg="del">
          <ac:chgData name="Edemacu Kennedy" userId="e778e2ad06e8c6e7" providerId="LiveId" clId="{EE916C5A-99A7-4FF2-B0AF-9E1BEA18FB05}" dt="2022-04-05T08:21:11.324" v="189" actId="478"/>
          <ac:spMkLst>
            <pc:docMk/>
            <pc:sldMk cId="3694392973" sldId="566"/>
            <ac:spMk id="6" creationId="{00000000-0000-0000-0000-000000000000}"/>
          </ac:spMkLst>
        </pc:spChg>
        <pc:spChg chg="mod">
          <ac:chgData name="Edemacu Kennedy" userId="e778e2ad06e8c6e7" providerId="LiveId" clId="{EE916C5A-99A7-4FF2-B0AF-9E1BEA18FB05}" dt="2022-04-05T08:21:03.088" v="187" actId="27636"/>
          <ac:spMkLst>
            <pc:docMk/>
            <pc:sldMk cId="3694392973" sldId="566"/>
            <ac:spMk id="8" creationId="{00000000-0000-0000-0000-000000000000}"/>
          </ac:spMkLst>
        </pc:spChg>
      </pc:sldChg>
      <pc:sldChg chg="delSp modSp mod">
        <pc:chgData name="Edemacu Kennedy" userId="e778e2ad06e8c6e7" providerId="LiveId" clId="{EE916C5A-99A7-4FF2-B0AF-9E1BEA18FB05}" dt="2022-04-05T08:58:55.969" v="223" actId="478"/>
        <pc:sldMkLst>
          <pc:docMk/>
          <pc:sldMk cId="3776628306" sldId="567"/>
        </pc:sldMkLst>
        <pc:spChg chg="del mod">
          <ac:chgData name="Edemacu Kennedy" userId="e778e2ad06e8c6e7" providerId="LiveId" clId="{EE916C5A-99A7-4FF2-B0AF-9E1BEA18FB05}" dt="2022-04-05T08:58:55.969" v="223" actId="478"/>
          <ac:spMkLst>
            <pc:docMk/>
            <pc:sldMk cId="3776628306" sldId="567"/>
            <ac:spMk id="4" creationId="{00000000-0000-0000-0000-000000000000}"/>
          </ac:spMkLst>
        </pc:spChg>
        <pc:spChg chg="del mod">
          <ac:chgData name="Edemacu Kennedy" userId="e778e2ad06e8c6e7" providerId="LiveId" clId="{EE916C5A-99A7-4FF2-B0AF-9E1BEA18FB05}" dt="2022-04-05T08:58:52.337" v="221" actId="478"/>
          <ac:spMkLst>
            <pc:docMk/>
            <pc:sldMk cId="3776628306" sldId="567"/>
            <ac:spMk id="5" creationId="{00000000-0000-0000-0000-000000000000}"/>
          </ac:spMkLst>
        </pc:spChg>
        <pc:spChg chg="del">
          <ac:chgData name="Edemacu Kennedy" userId="e778e2ad06e8c6e7" providerId="LiveId" clId="{EE916C5A-99A7-4FF2-B0AF-9E1BEA18FB05}" dt="2022-04-05T08:58:45.515" v="219" actId="478"/>
          <ac:spMkLst>
            <pc:docMk/>
            <pc:sldMk cId="3776628306" sldId="567"/>
            <ac:spMk id="6" creationId="{00000000-0000-0000-0000-000000000000}"/>
          </ac:spMkLst>
        </pc:spChg>
        <pc:spChg chg="mod">
          <ac:chgData name="Edemacu Kennedy" userId="e778e2ad06e8c6e7" providerId="LiveId" clId="{EE916C5A-99A7-4FF2-B0AF-9E1BEA18FB05}" dt="2022-04-05T08:58:39.500" v="218" actId="1035"/>
          <ac:spMkLst>
            <pc:docMk/>
            <pc:sldMk cId="3776628306" sldId="567"/>
            <ac:spMk id="8" creationId="{00000000-0000-0000-0000-000000000000}"/>
          </ac:spMkLst>
        </pc:spChg>
        <pc:spChg chg="mod">
          <ac:chgData name="Edemacu Kennedy" userId="e778e2ad06e8c6e7" providerId="LiveId" clId="{EE916C5A-99A7-4FF2-B0AF-9E1BEA18FB05}" dt="2022-04-05T08:58:35.073" v="209" actId="1035"/>
          <ac:spMkLst>
            <pc:docMk/>
            <pc:sldMk cId="3776628306" sldId="567"/>
            <ac:spMk id="10" creationId="{00000000-0000-0000-0000-000000000000}"/>
          </ac:spMkLst>
        </pc:spChg>
      </pc:sldChg>
      <pc:sldChg chg="delSp modSp mod modAnim">
        <pc:chgData name="Edemacu Kennedy" userId="e778e2ad06e8c6e7" providerId="LiveId" clId="{EE916C5A-99A7-4FF2-B0AF-9E1BEA18FB05}" dt="2022-04-05T09:04:05.884" v="255" actId="20577"/>
        <pc:sldMkLst>
          <pc:docMk/>
          <pc:sldMk cId="2225199219" sldId="568"/>
        </pc:sldMkLst>
        <pc:spChg chg="del">
          <ac:chgData name="Edemacu Kennedy" userId="e778e2ad06e8c6e7" providerId="LiveId" clId="{EE916C5A-99A7-4FF2-B0AF-9E1BEA18FB05}" dt="2022-04-05T09:02:11.524" v="228" actId="478"/>
          <ac:spMkLst>
            <pc:docMk/>
            <pc:sldMk cId="2225199219" sldId="568"/>
            <ac:spMk id="4" creationId="{00000000-0000-0000-0000-000000000000}"/>
          </ac:spMkLst>
        </pc:spChg>
        <pc:spChg chg="del">
          <ac:chgData name="Edemacu Kennedy" userId="e778e2ad06e8c6e7" providerId="LiveId" clId="{EE916C5A-99A7-4FF2-B0AF-9E1BEA18FB05}" dt="2022-04-05T09:02:23.717" v="231" actId="478"/>
          <ac:spMkLst>
            <pc:docMk/>
            <pc:sldMk cId="2225199219" sldId="568"/>
            <ac:spMk id="5" creationId="{00000000-0000-0000-0000-000000000000}"/>
          </ac:spMkLst>
        </pc:spChg>
        <pc:spChg chg="del mod">
          <ac:chgData name="Edemacu Kennedy" userId="e778e2ad06e8c6e7" providerId="LiveId" clId="{EE916C5A-99A7-4FF2-B0AF-9E1BEA18FB05}" dt="2022-04-05T09:02:16.678" v="230" actId="478"/>
          <ac:spMkLst>
            <pc:docMk/>
            <pc:sldMk cId="2225199219" sldId="568"/>
            <ac:spMk id="6" creationId="{00000000-0000-0000-0000-000000000000}"/>
          </ac:spMkLst>
        </pc:spChg>
        <pc:spChg chg="mod">
          <ac:chgData name="Edemacu Kennedy" userId="e778e2ad06e8c6e7" providerId="LiveId" clId="{EE916C5A-99A7-4FF2-B0AF-9E1BEA18FB05}" dt="2022-04-05T09:02:07.679" v="227" actId="27636"/>
          <ac:spMkLst>
            <pc:docMk/>
            <pc:sldMk cId="2225199219" sldId="568"/>
            <ac:spMk id="7" creationId="{00000000-0000-0000-0000-000000000000}"/>
          </ac:spMkLst>
        </pc:spChg>
        <pc:spChg chg="mod">
          <ac:chgData name="Edemacu Kennedy" userId="e778e2ad06e8c6e7" providerId="LiveId" clId="{EE916C5A-99A7-4FF2-B0AF-9E1BEA18FB05}" dt="2022-04-05T09:04:05.884" v="255" actId="20577"/>
          <ac:spMkLst>
            <pc:docMk/>
            <pc:sldMk cId="2225199219" sldId="568"/>
            <ac:spMk id="8" creationId="{00000000-0000-0000-0000-000000000000}"/>
          </ac:spMkLst>
        </pc:spChg>
      </pc:sldChg>
      <pc:sldChg chg="delSp modSp mod">
        <pc:chgData name="Edemacu Kennedy" userId="e778e2ad06e8c6e7" providerId="LiveId" clId="{EE916C5A-99A7-4FF2-B0AF-9E1BEA18FB05}" dt="2022-04-05T09:07:33.799" v="266" actId="478"/>
        <pc:sldMkLst>
          <pc:docMk/>
          <pc:sldMk cId="2343638105" sldId="570"/>
        </pc:sldMkLst>
        <pc:spChg chg="mod">
          <ac:chgData name="Edemacu Kennedy" userId="e778e2ad06e8c6e7" providerId="LiveId" clId="{EE916C5A-99A7-4FF2-B0AF-9E1BEA18FB05}" dt="2022-04-05T09:07:24.929" v="263" actId="27636"/>
          <ac:spMkLst>
            <pc:docMk/>
            <pc:sldMk cId="2343638105" sldId="570"/>
            <ac:spMk id="3" creationId="{FC413411-820B-2E4B-8F7C-49C228C87EA4}"/>
          </ac:spMkLst>
        </pc:spChg>
        <pc:spChg chg="del">
          <ac:chgData name="Edemacu Kennedy" userId="e778e2ad06e8c6e7" providerId="LiveId" clId="{EE916C5A-99A7-4FF2-B0AF-9E1BEA18FB05}" dt="2022-04-05T09:07:33.799" v="266" actId="478"/>
          <ac:spMkLst>
            <pc:docMk/>
            <pc:sldMk cId="2343638105" sldId="570"/>
            <ac:spMk id="4" creationId="{4D8F94F3-B2CD-354A-888A-C22008C584CE}"/>
          </ac:spMkLst>
        </pc:spChg>
        <pc:spChg chg="del">
          <ac:chgData name="Edemacu Kennedy" userId="e778e2ad06e8c6e7" providerId="LiveId" clId="{EE916C5A-99A7-4FF2-B0AF-9E1BEA18FB05}" dt="2022-04-05T09:07:28.181" v="264" actId="478"/>
          <ac:spMkLst>
            <pc:docMk/>
            <pc:sldMk cId="2343638105" sldId="570"/>
            <ac:spMk id="5" creationId="{8FFB58BC-A34C-0441-BBCC-2490707552F0}"/>
          </ac:spMkLst>
        </pc:spChg>
        <pc:spChg chg="del">
          <ac:chgData name="Edemacu Kennedy" userId="e778e2ad06e8c6e7" providerId="LiveId" clId="{EE916C5A-99A7-4FF2-B0AF-9E1BEA18FB05}" dt="2022-04-05T09:07:31.010" v="265" actId="478"/>
          <ac:spMkLst>
            <pc:docMk/>
            <pc:sldMk cId="2343638105" sldId="570"/>
            <ac:spMk id="6" creationId="{29A5B4DD-83BA-7D4D-8676-2105C6521DF3}"/>
          </ac:spMkLst>
        </pc:spChg>
      </pc:sldChg>
      <pc:sldChg chg="delSp mod">
        <pc:chgData name="Edemacu Kennedy" userId="e778e2ad06e8c6e7" providerId="LiveId" clId="{EE916C5A-99A7-4FF2-B0AF-9E1BEA18FB05}" dt="2022-04-05T09:10:40.761" v="270" actId="478"/>
        <pc:sldMkLst>
          <pc:docMk/>
          <pc:sldMk cId="187874816" sldId="571"/>
        </pc:sldMkLst>
        <pc:spChg chg="del">
          <ac:chgData name="Edemacu Kennedy" userId="e778e2ad06e8c6e7" providerId="LiveId" clId="{EE916C5A-99A7-4FF2-B0AF-9E1BEA18FB05}" dt="2022-04-05T09:10:32.529" v="268" actId="478"/>
          <ac:spMkLst>
            <pc:docMk/>
            <pc:sldMk cId="187874816" sldId="571"/>
            <ac:spMk id="4" creationId="{933DD6BB-CA1D-C641-83DC-5AB0D77CE280}"/>
          </ac:spMkLst>
        </pc:spChg>
        <pc:spChg chg="del">
          <ac:chgData name="Edemacu Kennedy" userId="e778e2ad06e8c6e7" providerId="LiveId" clId="{EE916C5A-99A7-4FF2-B0AF-9E1BEA18FB05}" dt="2022-04-05T09:10:40.761" v="270" actId="478"/>
          <ac:spMkLst>
            <pc:docMk/>
            <pc:sldMk cId="187874816" sldId="571"/>
            <ac:spMk id="5" creationId="{2C5656BD-31E5-E143-B932-1BC57E62223E}"/>
          </ac:spMkLst>
        </pc:spChg>
        <pc:spChg chg="del">
          <ac:chgData name="Edemacu Kennedy" userId="e778e2ad06e8c6e7" providerId="LiveId" clId="{EE916C5A-99A7-4FF2-B0AF-9E1BEA18FB05}" dt="2022-04-05T09:10:37.444" v="269" actId="478"/>
          <ac:spMkLst>
            <pc:docMk/>
            <pc:sldMk cId="187874816" sldId="571"/>
            <ac:spMk id="6" creationId="{187A529F-60A9-5649-9A77-A0EFCE941A06}"/>
          </ac:spMkLst>
        </pc:spChg>
      </pc:sldChg>
      <pc:sldChg chg="delSp mod">
        <pc:chgData name="Edemacu Kennedy" userId="e778e2ad06e8c6e7" providerId="LiveId" clId="{EE916C5A-99A7-4FF2-B0AF-9E1BEA18FB05}" dt="2022-04-05T09:12:58.121" v="273" actId="478"/>
        <pc:sldMkLst>
          <pc:docMk/>
          <pc:sldMk cId="814701710" sldId="572"/>
        </pc:sldMkLst>
        <pc:spChg chg="del">
          <ac:chgData name="Edemacu Kennedy" userId="e778e2ad06e8c6e7" providerId="LiveId" clId="{EE916C5A-99A7-4FF2-B0AF-9E1BEA18FB05}" dt="2022-04-05T09:12:58.121" v="273" actId="478"/>
          <ac:spMkLst>
            <pc:docMk/>
            <pc:sldMk cId="814701710" sldId="572"/>
            <ac:spMk id="4" creationId="{933DD6BB-CA1D-C641-83DC-5AB0D77CE280}"/>
          </ac:spMkLst>
        </pc:spChg>
        <pc:spChg chg="del">
          <ac:chgData name="Edemacu Kennedy" userId="e778e2ad06e8c6e7" providerId="LiveId" clId="{EE916C5A-99A7-4FF2-B0AF-9E1BEA18FB05}" dt="2022-04-05T09:12:54.340" v="272" actId="478"/>
          <ac:spMkLst>
            <pc:docMk/>
            <pc:sldMk cId="814701710" sldId="572"/>
            <ac:spMk id="5" creationId="{2C5656BD-31E5-E143-B932-1BC57E62223E}"/>
          </ac:spMkLst>
        </pc:spChg>
        <pc:spChg chg="del">
          <ac:chgData name="Edemacu Kennedy" userId="e778e2ad06e8c6e7" providerId="LiveId" clId="{EE916C5A-99A7-4FF2-B0AF-9E1BEA18FB05}" dt="2022-04-05T09:12:47.549" v="271" actId="478"/>
          <ac:spMkLst>
            <pc:docMk/>
            <pc:sldMk cId="814701710" sldId="572"/>
            <ac:spMk id="6" creationId="{187A529F-60A9-5649-9A77-A0EFCE941A06}"/>
          </ac:spMkLst>
        </pc:spChg>
      </pc:sldChg>
      <pc:sldChg chg="delSp modSp mod">
        <pc:chgData name="Edemacu Kennedy" userId="e778e2ad06e8c6e7" providerId="LiveId" clId="{EE916C5A-99A7-4FF2-B0AF-9E1BEA18FB05}" dt="2022-04-05T09:14:12.370" v="277" actId="478"/>
        <pc:sldMkLst>
          <pc:docMk/>
          <pc:sldMk cId="4218196510" sldId="573"/>
        </pc:sldMkLst>
        <pc:spChg chg="mod">
          <ac:chgData name="Edemacu Kennedy" userId="e778e2ad06e8c6e7" providerId="LiveId" clId="{EE916C5A-99A7-4FF2-B0AF-9E1BEA18FB05}" dt="2022-04-05T09:14:03.357" v="274" actId="27636"/>
          <ac:spMkLst>
            <pc:docMk/>
            <pc:sldMk cId="4218196510" sldId="573"/>
            <ac:spMk id="3" creationId="{9FE75E68-65B7-BC43-8ECD-567AAADC8A95}"/>
          </ac:spMkLst>
        </pc:spChg>
        <pc:spChg chg="del">
          <ac:chgData name="Edemacu Kennedy" userId="e778e2ad06e8c6e7" providerId="LiveId" clId="{EE916C5A-99A7-4FF2-B0AF-9E1BEA18FB05}" dt="2022-04-05T09:14:06.230" v="275" actId="478"/>
          <ac:spMkLst>
            <pc:docMk/>
            <pc:sldMk cId="4218196510" sldId="573"/>
            <ac:spMk id="4" creationId="{FB56800D-4F68-C847-AD52-6BE22A9D243E}"/>
          </ac:spMkLst>
        </pc:spChg>
        <pc:spChg chg="del">
          <ac:chgData name="Edemacu Kennedy" userId="e778e2ad06e8c6e7" providerId="LiveId" clId="{EE916C5A-99A7-4FF2-B0AF-9E1BEA18FB05}" dt="2022-04-05T09:14:09.653" v="276" actId="478"/>
          <ac:spMkLst>
            <pc:docMk/>
            <pc:sldMk cId="4218196510" sldId="573"/>
            <ac:spMk id="5" creationId="{A62F4C74-E391-C442-8C90-3F70974269B0}"/>
          </ac:spMkLst>
        </pc:spChg>
        <pc:spChg chg="del">
          <ac:chgData name="Edemacu Kennedy" userId="e778e2ad06e8c6e7" providerId="LiveId" clId="{EE916C5A-99A7-4FF2-B0AF-9E1BEA18FB05}" dt="2022-04-05T09:14:12.370" v="277" actId="478"/>
          <ac:spMkLst>
            <pc:docMk/>
            <pc:sldMk cId="4218196510" sldId="573"/>
            <ac:spMk id="6" creationId="{3A68E268-8F9F-4845-A5BB-65F0F67DC51D}"/>
          </ac:spMkLst>
        </pc:spChg>
      </pc:sldChg>
      <pc:sldChg chg="delSp modSp mod">
        <pc:chgData name="Edemacu Kennedy" userId="e778e2ad06e8c6e7" providerId="LiveId" clId="{EE916C5A-99A7-4FF2-B0AF-9E1BEA18FB05}" dt="2022-04-05T09:15:57.266" v="285" actId="14100"/>
        <pc:sldMkLst>
          <pc:docMk/>
          <pc:sldMk cId="4080666284" sldId="574"/>
        </pc:sldMkLst>
        <pc:spChg chg="mod">
          <ac:chgData name="Edemacu Kennedy" userId="e778e2ad06e8c6e7" providerId="LiveId" clId="{EE916C5A-99A7-4FF2-B0AF-9E1BEA18FB05}" dt="2022-04-05T09:15:49.015" v="283" actId="14100"/>
          <ac:spMkLst>
            <pc:docMk/>
            <pc:sldMk cId="4080666284" sldId="574"/>
            <ac:spMk id="2" creationId="{F6E20999-C246-7D46-B376-A0F439C09BEA}"/>
          </ac:spMkLst>
        </pc:spChg>
        <pc:spChg chg="del">
          <ac:chgData name="Edemacu Kennedy" userId="e778e2ad06e8c6e7" providerId="LiveId" clId="{EE916C5A-99A7-4FF2-B0AF-9E1BEA18FB05}" dt="2022-04-05T09:15:29.854" v="279" actId="478"/>
          <ac:spMkLst>
            <pc:docMk/>
            <pc:sldMk cId="4080666284" sldId="574"/>
            <ac:spMk id="4" creationId="{6780FE07-2C29-224B-BB24-7F016480AD02}"/>
          </ac:spMkLst>
        </pc:spChg>
        <pc:spChg chg="del">
          <ac:chgData name="Edemacu Kennedy" userId="e778e2ad06e8c6e7" providerId="LiveId" clId="{EE916C5A-99A7-4FF2-B0AF-9E1BEA18FB05}" dt="2022-04-05T09:15:36.870" v="280" actId="478"/>
          <ac:spMkLst>
            <pc:docMk/>
            <pc:sldMk cId="4080666284" sldId="574"/>
            <ac:spMk id="5" creationId="{E2FB8475-E7E2-344F-B5E7-ECDE0F244016}"/>
          </ac:spMkLst>
        </pc:spChg>
        <pc:spChg chg="del mod">
          <ac:chgData name="Edemacu Kennedy" userId="e778e2ad06e8c6e7" providerId="LiveId" clId="{EE916C5A-99A7-4FF2-B0AF-9E1BEA18FB05}" dt="2022-04-05T09:15:43.403" v="282" actId="478"/>
          <ac:spMkLst>
            <pc:docMk/>
            <pc:sldMk cId="4080666284" sldId="574"/>
            <ac:spMk id="6" creationId="{06DE6F9D-D622-8340-9ED5-6D9C97571332}"/>
          </ac:spMkLst>
        </pc:spChg>
        <pc:spChg chg="mod">
          <ac:chgData name="Edemacu Kennedy" userId="e778e2ad06e8c6e7" providerId="LiveId" clId="{EE916C5A-99A7-4FF2-B0AF-9E1BEA18FB05}" dt="2022-04-05T09:15:57.266" v="285" actId="14100"/>
          <ac:spMkLst>
            <pc:docMk/>
            <pc:sldMk cId="4080666284" sldId="574"/>
            <ac:spMk id="10" creationId="{F96FE1F1-04FA-3145-BB67-37B5F01501C0}"/>
          </ac:spMkLst>
        </pc:spChg>
        <pc:grpChg chg="mod">
          <ac:chgData name="Edemacu Kennedy" userId="e778e2ad06e8c6e7" providerId="LiveId" clId="{EE916C5A-99A7-4FF2-B0AF-9E1BEA18FB05}" dt="2022-04-05T09:15:52.670" v="284" actId="1076"/>
          <ac:grpSpMkLst>
            <pc:docMk/>
            <pc:sldMk cId="4080666284" sldId="574"/>
            <ac:grpSpMk id="8" creationId="{44A3184A-F027-6341-96CD-C8A5A858FD8F}"/>
          </ac:grpSpMkLst>
        </pc:grpChg>
      </pc:sldChg>
      <pc:sldChg chg="delSp modSp mod">
        <pc:chgData name="Edemacu Kennedy" userId="e778e2ad06e8c6e7" providerId="LiveId" clId="{EE916C5A-99A7-4FF2-B0AF-9E1BEA18FB05}" dt="2022-04-05T09:17:07.392" v="290" actId="478"/>
        <pc:sldMkLst>
          <pc:docMk/>
          <pc:sldMk cId="4224036652" sldId="575"/>
        </pc:sldMkLst>
        <pc:spChg chg="mod">
          <ac:chgData name="Edemacu Kennedy" userId="e778e2ad06e8c6e7" providerId="LiveId" clId="{EE916C5A-99A7-4FF2-B0AF-9E1BEA18FB05}" dt="2022-04-05T09:16:56.901" v="286" actId="27636"/>
          <ac:spMkLst>
            <pc:docMk/>
            <pc:sldMk cId="4224036652" sldId="575"/>
            <ac:spMk id="3" creationId="{CFF90497-3EB4-A344-9E1D-0288A999A91C}"/>
          </ac:spMkLst>
        </pc:spChg>
        <pc:spChg chg="del">
          <ac:chgData name="Edemacu Kennedy" userId="e778e2ad06e8c6e7" providerId="LiveId" clId="{EE916C5A-99A7-4FF2-B0AF-9E1BEA18FB05}" dt="2022-04-05T09:17:00.047" v="287" actId="478"/>
          <ac:spMkLst>
            <pc:docMk/>
            <pc:sldMk cId="4224036652" sldId="575"/>
            <ac:spMk id="4" creationId="{46EB2C70-838D-944D-B4B4-1B8E0BA48AF3}"/>
          </ac:spMkLst>
        </pc:spChg>
        <pc:spChg chg="del">
          <ac:chgData name="Edemacu Kennedy" userId="e778e2ad06e8c6e7" providerId="LiveId" clId="{EE916C5A-99A7-4FF2-B0AF-9E1BEA18FB05}" dt="2022-04-05T09:17:03.299" v="288" actId="478"/>
          <ac:spMkLst>
            <pc:docMk/>
            <pc:sldMk cId="4224036652" sldId="575"/>
            <ac:spMk id="5" creationId="{181E4B7C-E141-BF40-A091-761FD86F1250}"/>
          </ac:spMkLst>
        </pc:spChg>
        <pc:spChg chg="del mod">
          <ac:chgData name="Edemacu Kennedy" userId="e778e2ad06e8c6e7" providerId="LiveId" clId="{EE916C5A-99A7-4FF2-B0AF-9E1BEA18FB05}" dt="2022-04-05T09:17:07.392" v="290" actId="478"/>
          <ac:spMkLst>
            <pc:docMk/>
            <pc:sldMk cId="4224036652" sldId="575"/>
            <ac:spMk id="6" creationId="{1920E2CA-7022-FC41-979D-EDC707E10A4D}"/>
          </ac:spMkLst>
        </pc:spChg>
      </pc:sldChg>
      <pc:sldChg chg="delSp modSp mod">
        <pc:chgData name="Edemacu Kennedy" userId="e778e2ad06e8c6e7" providerId="LiveId" clId="{EE916C5A-99A7-4FF2-B0AF-9E1BEA18FB05}" dt="2022-04-05T09:18:05.364" v="294" actId="478"/>
        <pc:sldMkLst>
          <pc:docMk/>
          <pc:sldMk cId="1938120314" sldId="576"/>
        </pc:sldMkLst>
        <pc:spChg chg="mod">
          <ac:chgData name="Edemacu Kennedy" userId="e778e2ad06e8c6e7" providerId="LiveId" clId="{EE916C5A-99A7-4FF2-B0AF-9E1BEA18FB05}" dt="2022-04-05T09:17:55.394" v="291" actId="27636"/>
          <ac:spMkLst>
            <pc:docMk/>
            <pc:sldMk cId="1938120314" sldId="576"/>
            <ac:spMk id="3" creationId="{CFF90497-3EB4-A344-9E1D-0288A999A91C}"/>
          </ac:spMkLst>
        </pc:spChg>
        <pc:spChg chg="del">
          <ac:chgData name="Edemacu Kennedy" userId="e778e2ad06e8c6e7" providerId="LiveId" clId="{EE916C5A-99A7-4FF2-B0AF-9E1BEA18FB05}" dt="2022-04-05T09:17:59.694" v="292" actId="478"/>
          <ac:spMkLst>
            <pc:docMk/>
            <pc:sldMk cId="1938120314" sldId="576"/>
            <ac:spMk id="4" creationId="{46EB2C70-838D-944D-B4B4-1B8E0BA48AF3}"/>
          </ac:spMkLst>
        </pc:spChg>
        <pc:spChg chg="del">
          <ac:chgData name="Edemacu Kennedy" userId="e778e2ad06e8c6e7" providerId="LiveId" clId="{EE916C5A-99A7-4FF2-B0AF-9E1BEA18FB05}" dt="2022-04-05T09:18:02.587" v="293" actId="478"/>
          <ac:spMkLst>
            <pc:docMk/>
            <pc:sldMk cId="1938120314" sldId="576"/>
            <ac:spMk id="5" creationId="{181E4B7C-E141-BF40-A091-761FD86F1250}"/>
          </ac:spMkLst>
        </pc:spChg>
        <pc:spChg chg="del">
          <ac:chgData name="Edemacu Kennedy" userId="e778e2ad06e8c6e7" providerId="LiveId" clId="{EE916C5A-99A7-4FF2-B0AF-9E1BEA18FB05}" dt="2022-04-05T09:18:05.364" v="294" actId="478"/>
          <ac:spMkLst>
            <pc:docMk/>
            <pc:sldMk cId="1938120314" sldId="576"/>
            <ac:spMk id="6" creationId="{1920E2CA-7022-FC41-979D-EDC707E10A4D}"/>
          </ac:spMkLst>
        </pc:spChg>
      </pc:sldChg>
      <pc:sldChg chg="delSp modSp mod">
        <pc:chgData name="Edemacu Kennedy" userId="e778e2ad06e8c6e7" providerId="LiveId" clId="{EE916C5A-99A7-4FF2-B0AF-9E1BEA18FB05}" dt="2022-04-05T09:18:46.175" v="298" actId="478"/>
        <pc:sldMkLst>
          <pc:docMk/>
          <pc:sldMk cId="1086437287" sldId="577"/>
        </pc:sldMkLst>
        <pc:spChg chg="del">
          <ac:chgData name="Edemacu Kennedy" userId="e778e2ad06e8c6e7" providerId="LiveId" clId="{EE916C5A-99A7-4FF2-B0AF-9E1BEA18FB05}" dt="2022-04-05T09:18:38.362" v="295" actId="478"/>
          <ac:spMkLst>
            <pc:docMk/>
            <pc:sldMk cId="1086437287" sldId="577"/>
            <ac:spMk id="4" creationId="{46EB2C70-838D-944D-B4B4-1B8E0BA48AF3}"/>
          </ac:spMkLst>
        </pc:spChg>
        <pc:spChg chg="del">
          <ac:chgData name="Edemacu Kennedy" userId="e778e2ad06e8c6e7" providerId="LiveId" clId="{EE916C5A-99A7-4FF2-B0AF-9E1BEA18FB05}" dt="2022-04-05T09:18:43.186" v="296" actId="478"/>
          <ac:spMkLst>
            <pc:docMk/>
            <pc:sldMk cId="1086437287" sldId="577"/>
            <ac:spMk id="5" creationId="{181E4B7C-E141-BF40-A091-761FD86F1250}"/>
          </ac:spMkLst>
        </pc:spChg>
        <pc:spChg chg="del mod">
          <ac:chgData name="Edemacu Kennedy" userId="e778e2ad06e8c6e7" providerId="LiveId" clId="{EE916C5A-99A7-4FF2-B0AF-9E1BEA18FB05}" dt="2022-04-05T09:18:46.175" v="298" actId="478"/>
          <ac:spMkLst>
            <pc:docMk/>
            <pc:sldMk cId="1086437287" sldId="577"/>
            <ac:spMk id="6" creationId="{1920E2CA-7022-FC41-979D-EDC707E10A4D}"/>
          </ac:spMkLst>
        </pc:spChg>
      </pc:sldChg>
      <pc:sldChg chg="delSp modSp mod">
        <pc:chgData name="Edemacu Kennedy" userId="e778e2ad06e8c6e7" providerId="LiveId" clId="{EE916C5A-99A7-4FF2-B0AF-9E1BEA18FB05}" dt="2022-04-05T09:19:31.090" v="302" actId="478"/>
        <pc:sldMkLst>
          <pc:docMk/>
          <pc:sldMk cId="1907014900" sldId="578"/>
        </pc:sldMkLst>
        <pc:spChg chg="del">
          <ac:chgData name="Edemacu Kennedy" userId="e778e2ad06e8c6e7" providerId="LiveId" clId="{EE916C5A-99A7-4FF2-B0AF-9E1BEA18FB05}" dt="2022-04-05T09:19:23.575" v="299" actId="478"/>
          <ac:spMkLst>
            <pc:docMk/>
            <pc:sldMk cId="1907014900" sldId="578"/>
            <ac:spMk id="4" creationId="{64ED5B55-AF66-0247-AE6F-58E0D454C095}"/>
          </ac:spMkLst>
        </pc:spChg>
        <pc:spChg chg="del">
          <ac:chgData name="Edemacu Kennedy" userId="e778e2ad06e8c6e7" providerId="LiveId" clId="{EE916C5A-99A7-4FF2-B0AF-9E1BEA18FB05}" dt="2022-04-05T09:19:26.360" v="300" actId="478"/>
          <ac:spMkLst>
            <pc:docMk/>
            <pc:sldMk cId="1907014900" sldId="578"/>
            <ac:spMk id="5" creationId="{D5B81C15-0010-1B4F-ACF7-E8B510559149}"/>
          </ac:spMkLst>
        </pc:spChg>
        <pc:spChg chg="del mod">
          <ac:chgData name="Edemacu Kennedy" userId="e778e2ad06e8c6e7" providerId="LiveId" clId="{EE916C5A-99A7-4FF2-B0AF-9E1BEA18FB05}" dt="2022-04-05T09:19:31.090" v="302" actId="478"/>
          <ac:spMkLst>
            <pc:docMk/>
            <pc:sldMk cId="1907014900" sldId="578"/>
            <ac:spMk id="6" creationId="{6B4A483C-6A9A-4B4D-9AAE-6231203571FC}"/>
          </ac:spMkLst>
        </pc:spChg>
      </pc:sldChg>
    </pc:docChg>
  </pc:docChgLst>
  <pc:docChgLst>
    <pc:chgData name="Edemacu Kennedy" userId="e778e2ad06e8c6e7" providerId="LiveId" clId="{ADC87FFE-447E-4DEE-9667-07ADCB78B206}"/>
    <pc:docChg chg="custSel addSld modSld">
      <pc:chgData name="Edemacu Kennedy" userId="e778e2ad06e8c6e7" providerId="LiveId" clId="{ADC87FFE-447E-4DEE-9667-07ADCB78B206}" dt="2022-03-22T12:57:51.925" v="46" actId="20577"/>
      <pc:docMkLst>
        <pc:docMk/>
      </pc:docMkLst>
      <pc:sldChg chg="modSp new mod">
        <pc:chgData name="Edemacu Kennedy" userId="e778e2ad06e8c6e7" providerId="LiveId" clId="{ADC87FFE-447E-4DEE-9667-07ADCB78B206}" dt="2022-03-22T12:57:51.925" v="46" actId="20577"/>
        <pc:sldMkLst>
          <pc:docMk/>
          <pc:sldMk cId="2448639790" sldId="558"/>
        </pc:sldMkLst>
        <pc:spChg chg="mod">
          <ac:chgData name="Edemacu Kennedy" userId="e778e2ad06e8c6e7" providerId="LiveId" clId="{ADC87FFE-447E-4DEE-9667-07ADCB78B206}" dt="2022-03-22T12:57:51.925" v="46" actId="20577"/>
          <ac:spMkLst>
            <pc:docMk/>
            <pc:sldMk cId="2448639790" sldId="558"/>
            <ac:spMk id="3" creationId="{DE08B3E0-4D7A-4A2B-BD26-D043C52C8956}"/>
          </ac:spMkLst>
        </pc:spChg>
      </pc:sldChg>
    </pc:docChg>
  </pc:docChgLst>
  <pc:docChgLst>
    <pc:chgData name="Edemacu Kennedy" userId="e778e2ad06e8c6e7" providerId="LiveId" clId="{4A7AD05A-C1FA-4F85-B9B0-195B5DFA4404}"/>
    <pc:docChg chg="undo redo custSel addSld delSld modSld delMainMaster">
      <pc:chgData name="Edemacu Kennedy" userId="e778e2ad06e8c6e7" providerId="LiveId" clId="{4A7AD05A-C1FA-4F85-B9B0-195B5DFA4404}" dt="2022-03-01T10:00:12.819" v="2231" actId="5793"/>
      <pc:docMkLst>
        <pc:docMk/>
      </pc:docMkLst>
      <pc:sldChg chg="modSp mod">
        <pc:chgData name="Edemacu Kennedy" userId="e778e2ad06e8c6e7" providerId="LiveId" clId="{4A7AD05A-C1FA-4F85-B9B0-195B5DFA4404}" dt="2022-03-01T08:09:22.067" v="530" actId="20577"/>
        <pc:sldMkLst>
          <pc:docMk/>
          <pc:sldMk cId="396511381" sldId="256"/>
        </pc:sldMkLst>
        <pc:spChg chg="mod">
          <ac:chgData name="Edemacu Kennedy" userId="e778e2ad06e8c6e7" providerId="LiveId" clId="{4A7AD05A-C1FA-4F85-B9B0-195B5DFA4404}" dt="2022-03-01T08:09:22.067" v="530" actId="20577"/>
          <ac:spMkLst>
            <pc:docMk/>
            <pc:sldMk cId="396511381" sldId="256"/>
            <ac:spMk id="2" creationId="{8A8884F4-8A72-4923-AB2A-7FECD0F7BFEC}"/>
          </ac:spMkLst>
        </pc:spChg>
      </pc:sldChg>
      <pc:sldChg chg="delSp modSp mod modClrScheme modAnim chgLayout">
        <pc:chgData name="Edemacu Kennedy" userId="e778e2ad06e8c6e7" providerId="LiveId" clId="{4A7AD05A-C1FA-4F85-B9B0-195B5DFA4404}" dt="2022-03-01T09:11:16.082" v="1512" actId="14100"/>
        <pc:sldMkLst>
          <pc:docMk/>
          <pc:sldMk cId="1355441224" sldId="298"/>
        </pc:sldMkLst>
        <pc:spChg chg="mod">
          <ac:chgData name="Edemacu Kennedy" userId="e778e2ad06e8c6e7" providerId="LiveId" clId="{4A7AD05A-C1FA-4F85-B9B0-195B5DFA4404}" dt="2022-03-01T09:03:53.203" v="1473" actId="1076"/>
          <ac:spMkLst>
            <pc:docMk/>
            <pc:sldMk cId="1355441224" sldId="298"/>
            <ac:spMk id="2" creationId="{00000000-0000-0000-0000-000000000000}"/>
          </ac:spMkLst>
        </pc:spChg>
        <pc:spChg chg="mod">
          <ac:chgData name="Edemacu Kennedy" userId="e778e2ad06e8c6e7" providerId="LiveId" clId="{4A7AD05A-C1FA-4F85-B9B0-195B5DFA4404}" dt="2022-03-01T09:11:16.082" v="1512" actId="14100"/>
          <ac:spMkLst>
            <pc:docMk/>
            <pc:sldMk cId="1355441224" sldId="298"/>
            <ac:spMk id="3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9:04:19.783" v="1504" actId="478"/>
          <ac:spMkLst>
            <pc:docMk/>
            <pc:sldMk cId="1355441224" sldId="298"/>
            <ac:spMk id="9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9:04:15.823" v="1502" actId="478"/>
          <ac:spMkLst>
            <pc:docMk/>
            <pc:sldMk cId="1355441224" sldId="298"/>
            <ac:spMk id="10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9:04:10.643" v="1501" actId="478"/>
          <ac:spMkLst>
            <pc:docMk/>
            <pc:sldMk cId="1355441224" sldId="298"/>
            <ac:spMk id="11" creationId="{00000000-0000-0000-0000-000000000000}"/>
          </ac:spMkLst>
        </pc:spChg>
        <pc:spChg chg="mod ord">
          <ac:chgData name="Edemacu Kennedy" userId="e778e2ad06e8c6e7" providerId="LiveId" clId="{4A7AD05A-C1FA-4F85-B9B0-195B5DFA4404}" dt="2022-03-01T09:10:46.740" v="1510" actId="27636"/>
          <ac:spMkLst>
            <pc:docMk/>
            <pc:sldMk cId="1355441224" sldId="298"/>
            <ac:spMk id="12" creationId="{00000000-0000-0000-0000-000000000000}"/>
          </ac:spMkLst>
        </pc:spChg>
        <pc:spChg chg="mod">
          <ac:chgData name="Edemacu Kennedy" userId="e778e2ad06e8c6e7" providerId="LiveId" clId="{4A7AD05A-C1FA-4F85-B9B0-195B5DFA4404}" dt="2022-03-01T09:10:32.372" v="1508" actId="14100"/>
          <ac:spMkLst>
            <pc:docMk/>
            <pc:sldMk cId="1355441224" sldId="298"/>
            <ac:spMk id="14" creationId="{00000000-0000-0000-0000-000000000000}"/>
          </ac:spMkLst>
        </pc:spChg>
        <pc:spChg chg="mod ord">
          <ac:chgData name="Edemacu Kennedy" userId="e778e2ad06e8c6e7" providerId="LiveId" clId="{4A7AD05A-C1FA-4F85-B9B0-195B5DFA4404}" dt="2022-03-01T09:03:50.676" v="1471" actId="700"/>
          <ac:spMkLst>
            <pc:docMk/>
            <pc:sldMk cId="1355441224" sldId="298"/>
            <ac:spMk id="5122" creationId="{00000000-0000-0000-0000-000000000000}"/>
          </ac:spMkLst>
        </pc:spChg>
      </pc:sldChg>
      <pc:sldChg chg="delSp modSp mod modClrScheme modAnim chgLayout">
        <pc:chgData name="Edemacu Kennedy" userId="e778e2ad06e8c6e7" providerId="LiveId" clId="{4A7AD05A-C1FA-4F85-B9B0-195B5DFA4404}" dt="2022-03-01T07:37:44.841" v="165" actId="20577"/>
        <pc:sldMkLst>
          <pc:docMk/>
          <pc:sldMk cId="2841753963" sldId="383"/>
        </pc:sldMkLst>
        <pc:spChg chg="mod ord">
          <ac:chgData name="Edemacu Kennedy" userId="e778e2ad06e8c6e7" providerId="LiveId" clId="{4A7AD05A-C1FA-4F85-B9B0-195B5DFA4404}" dt="2022-03-01T07:28:58.456" v="4" actId="700"/>
          <ac:spMkLst>
            <pc:docMk/>
            <pc:sldMk cId="2841753963" sldId="383"/>
            <ac:spMk id="2" creationId="{00000000-0000-0000-0000-000000000000}"/>
          </ac:spMkLst>
        </pc:spChg>
        <pc:spChg chg="mod ord">
          <ac:chgData name="Edemacu Kennedy" userId="e778e2ad06e8c6e7" providerId="LiveId" clId="{4A7AD05A-C1FA-4F85-B9B0-195B5DFA4404}" dt="2022-03-01T07:37:44.841" v="165" actId="20577"/>
          <ac:spMkLst>
            <pc:docMk/>
            <pc:sldMk cId="2841753963" sldId="383"/>
            <ac:spMk id="3" creationId="{00000000-0000-0000-0000-000000000000}"/>
          </ac:spMkLst>
        </pc:spChg>
        <pc:spChg chg="del">
          <ac:chgData name="Edemacu Kennedy" userId="e778e2ad06e8c6e7" providerId="LiveId" clId="{4A7AD05A-C1FA-4F85-B9B0-195B5DFA4404}" dt="2022-03-01T07:28:52.418" v="3" actId="478"/>
          <ac:spMkLst>
            <pc:docMk/>
            <pc:sldMk cId="2841753963" sldId="383"/>
            <ac:spMk id="4" creationId="{00000000-0000-0000-0000-000000000000}"/>
          </ac:spMkLst>
        </pc:spChg>
        <pc:spChg chg="del mod">
          <ac:chgData name="Edemacu Kennedy" userId="e778e2ad06e8c6e7" providerId="LiveId" clId="{4A7AD05A-C1FA-4F85-B9B0-195B5DFA4404}" dt="2022-03-01T07:28:40.787" v="1" actId="478"/>
          <ac:spMkLst>
            <pc:docMk/>
            <pc:sldMk cId="2841753963" sldId="383"/>
            <ac:spMk id="5" creationId="{00000000-0000-0000-0000-000000000000}"/>
          </ac:spMkLst>
        </pc:spChg>
        <pc:spChg chg="del">
          <ac:chgData name="Edemacu Kennedy" userId="e778e2ad06e8c6e7" providerId="LiveId" clId="{4A7AD05A-C1FA-4F85-B9B0-195B5DFA4404}" dt="2022-03-01T07:28:46.955" v="2" actId="478"/>
          <ac:spMkLst>
            <pc:docMk/>
            <pc:sldMk cId="2841753963" sldId="383"/>
            <ac:spMk id="6" creationId="{00000000-0000-0000-0000-000000000000}"/>
          </ac:spMkLst>
        </pc:spChg>
        <pc:grpChg chg="mod">
          <ac:chgData name="Edemacu Kennedy" userId="e778e2ad06e8c6e7" providerId="LiveId" clId="{4A7AD05A-C1FA-4F85-B9B0-195B5DFA4404}" dt="2022-03-01T07:37:13.234" v="127" actId="1038"/>
          <ac:grpSpMkLst>
            <pc:docMk/>
            <pc:sldMk cId="2841753963" sldId="383"/>
            <ac:grpSpMk id="13" creationId="{00000000-0000-0000-0000-000000000000}"/>
          </ac:grpSpMkLst>
        </pc:grpChg>
        <pc:grpChg chg="mod">
          <ac:chgData name="Edemacu Kennedy" userId="e778e2ad06e8c6e7" providerId="LiveId" clId="{4A7AD05A-C1FA-4F85-B9B0-195B5DFA4404}" dt="2022-03-01T07:36:57.181" v="88" actId="1038"/>
          <ac:grpSpMkLst>
            <pc:docMk/>
            <pc:sldMk cId="2841753963" sldId="383"/>
            <ac:grpSpMk id="14" creationId="{00000000-0000-0000-0000-000000000000}"/>
          </ac:grpSpMkLst>
        </pc:grpChg>
        <pc:grpChg chg="mod">
          <ac:chgData name="Edemacu Kennedy" userId="e778e2ad06e8c6e7" providerId="LiveId" clId="{4A7AD05A-C1FA-4F85-B9B0-195B5DFA4404}" dt="2022-03-01T07:37:26.860" v="160" actId="1036"/>
          <ac:grpSpMkLst>
            <pc:docMk/>
            <pc:sldMk cId="2841753963" sldId="383"/>
            <ac:grpSpMk id="17" creationId="{00000000-0000-0000-0000-000000000000}"/>
          </ac:grpSpMkLst>
        </pc:grpChg>
      </pc:sldChg>
      <pc:sldChg chg="new del">
        <pc:chgData name="Edemacu Kennedy" userId="e778e2ad06e8c6e7" providerId="LiveId" clId="{4A7AD05A-C1FA-4F85-B9B0-195B5DFA4404}" dt="2022-03-01T08:38:43.359" v="900" actId="47"/>
        <pc:sldMkLst>
          <pc:docMk/>
          <pc:sldMk cId="3286426172" sldId="384"/>
        </pc:sldMkLst>
      </pc:sldChg>
      <pc:sldChg chg="addSp delSp modSp mod modClrScheme delAnim chgLayout">
        <pc:chgData name="Edemacu Kennedy" userId="e778e2ad06e8c6e7" providerId="LiveId" clId="{4A7AD05A-C1FA-4F85-B9B0-195B5DFA4404}" dt="2022-03-01T09:41:04.660" v="2071" actId="478"/>
        <pc:sldMkLst>
          <pc:docMk/>
          <pc:sldMk cId="1286151907" sldId="396"/>
        </pc:sldMkLst>
        <pc:spChg chg="del">
          <ac:chgData name="Edemacu Kennedy" userId="e778e2ad06e8c6e7" providerId="LiveId" clId="{4A7AD05A-C1FA-4F85-B9B0-195B5DFA4404}" dt="2022-03-01T09:32:44.020" v="1786" actId="478"/>
          <ac:spMkLst>
            <pc:docMk/>
            <pc:sldMk cId="1286151907" sldId="396"/>
            <ac:spMk id="2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9:29:06.411" v="1662" actId="478"/>
          <ac:spMkLst>
            <pc:docMk/>
            <pc:sldMk cId="1286151907" sldId="396"/>
            <ac:spMk id="9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9:29:02.831" v="1661" actId="478"/>
          <ac:spMkLst>
            <pc:docMk/>
            <pc:sldMk cId="1286151907" sldId="396"/>
            <ac:spMk id="10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9:28:59.101" v="1660" actId="478"/>
          <ac:spMkLst>
            <pc:docMk/>
            <pc:sldMk cId="1286151907" sldId="396"/>
            <ac:spMk id="11" creationId="{00000000-0000-0000-0000-000000000000}"/>
          </ac:spMkLst>
        </pc:spChg>
        <pc:spChg chg="mod">
          <ac:chgData name="Edemacu Kennedy" userId="e778e2ad06e8c6e7" providerId="LiveId" clId="{4A7AD05A-C1FA-4F85-B9B0-195B5DFA4404}" dt="2022-03-01T09:29:36.281" v="1663" actId="14100"/>
          <ac:spMkLst>
            <pc:docMk/>
            <pc:sldMk cId="1286151907" sldId="396"/>
            <ac:spMk id="12" creationId="{00000000-0000-0000-0000-000000000000}"/>
          </ac:spMkLst>
        </pc:spChg>
        <pc:spChg chg="mod">
          <ac:chgData name="Edemacu Kennedy" userId="e778e2ad06e8c6e7" providerId="LiveId" clId="{4A7AD05A-C1FA-4F85-B9B0-195B5DFA4404}" dt="2022-03-01T09:30:43.081" v="1668" actId="14100"/>
          <ac:spMkLst>
            <pc:docMk/>
            <pc:sldMk cId="1286151907" sldId="396"/>
            <ac:spMk id="13" creationId="{00000000-0000-0000-0000-000000000000}"/>
          </ac:spMkLst>
        </pc:spChg>
        <pc:spChg chg="mod ord">
          <ac:chgData name="Edemacu Kennedy" userId="e778e2ad06e8c6e7" providerId="LiveId" clId="{4A7AD05A-C1FA-4F85-B9B0-195B5DFA4404}" dt="2022-03-01T09:40:41.558" v="2070" actId="166"/>
          <ac:spMkLst>
            <pc:docMk/>
            <pc:sldMk cId="1286151907" sldId="396"/>
            <ac:spMk id="15" creationId="{00000000-0000-0000-0000-000000000000}"/>
          </ac:spMkLst>
        </pc:spChg>
        <pc:spChg chg="mod ord">
          <ac:chgData name="Edemacu Kennedy" userId="e778e2ad06e8c6e7" providerId="LiveId" clId="{4A7AD05A-C1FA-4F85-B9B0-195B5DFA4404}" dt="2022-03-01T09:40:30.060" v="2068" actId="14100"/>
          <ac:spMkLst>
            <pc:docMk/>
            <pc:sldMk cId="1286151907" sldId="396"/>
            <ac:spMk id="16" creationId="{00000000-0000-0000-0000-000000000000}"/>
          </ac:spMkLst>
        </pc:spChg>
        <pc:spChg chg="mod ord">
          <ac:chgData name="Edemacu Kennedy" userId="e778e2ad06e8c6e7" providerId="LiveId" clId="{4A7AD05A-C1FA-4F85-B9B0-195B5DFA4404}" dt="2022-03-01T09:39:54.329" v="2066" actId="166"/>
          <ac:spMkLst>
            <pc:docMk/>
            <pc:sldMk cId="1286151907" sldId="396"/>
            <ac:spMk id="17" creationId="{00000000-0000-0000-0000-000000000000}"/>
          </ac:spMkLst>
        </pc:spChg>
        <pc:spChg chg="del">
          <ac:chgData name="Edemacu Kennedy" userId="e778e2ad06e8c6e7" providerId="LiveId" clId="{4A7AD05A-C1FA-4F85-B9B0-195B5DFA4404}" dt="2022-03-01T09:41:04.660" v="2071" actId="478"/>
          <ac:spMkLst>
            <pc:docMk/>
            <pc:sldMk cId="1286151907" sldId="396"/>
            <ac:spMk id="18" creationId="{00000000-0000-0000-0000-000000000000}"/>
          </ac:spMkLst>
        </pc:spChg>
        <pc:spChg chg="del">
          <ac:chgData name="Edemacu Kennedy" userId="e778e2ad06e8c6e7" providerId="LiveId" clId="{4A7AD05A-C1FA-4F85-B9B0-195B5DFA4404}" dt="2022-03-01T09:32:40.791" v="1785" actId="478"/>
          <ac:spMkLst>
            <pc:docMk/>
            <pc:sldMk cId="1286151907" sldId="396"/>
            <ac:spMk id="19" creationId="{00000000-0000-0000-0000-000000000000}"/>
          </ac:spMkLst>
        </pc:spChg>
        <pc:spChg chg="mod ord">
          <ac:chgData name="Edemacu Kennedy" userId="e778e2ad06e8c6e7" providerId="LiveId" clId="{4A7AD05A-C1FA-4F85-B9B0-195B5DFA4404}" dt="2022-03-01T09:27:46.989" v="1622" actId="700"/>
          <ac:spMkLst>
            <pc:docMk/>
            <pc:sldMk cId="1286151907" sldId="396"/>
            <ac:spMk id="5122" creationId="{00000000-0000-0000-0000-000000000000}"/>
          </ac:spMkLst>
        </pc:spChg>
        <pc:picChg chg="mod ord modCrop">
          <ac:chgData name="Edemacu Kennedy" userId="e778e2ad06e8c6e7" providerId="LiveId" clId="{4A7AD05A-C1FA-4F85-B9B0-195B5DFA4404}" dt="2022-03-01T09:39:02.541" v="1977" actId="732"/>
          <ac:picMkLst>
            <pc:docMk/>
            <pc:sldMk cId="1286151907" sldId="396"/>
            <ac:picMk id="5" creationId="{00000000-0000-0000-0000-000000000000}"/>
          </ac:picMkLst>
        </pc:picChg>
        <pc:picChg chg="add mod">
          <ac:chgData name="Edemacu Kennedy" userId="e778e2ad06e8c6e7" providerId="LiveId" clId="{4A7AD05A-C1FA-4F85-B9B0-195B5DFA4404}" dt="2022-03-01T09:39:41.459" v="2064" actId="1036"/>
          <ac:picMkLst>
            <pc:docMk/>
            <pc:sldMk cId="1286151907" sldId="396"/>
            <ac:picMk id="6" creationId="{4B3792B7-5405-4345-ADEA-F1925E802A3D}"/>
          </ac:picMkLst>
        </pc:picChg>
      </pc:sldChg>
      <pc:sldChg chg="delSp modSp mod modClrScheme chgLayout">
        <pc:chgData name="Edemacu Kennedy" userId="e778e2ad06e8c6e7" providerId="LiveId" clId="{4A7AD05A-C1FA-4F85-B9B0-195B5DFA4404}" dt="2022-03-01T09:24:44.421" v="1615" actId="478"/>
        <pc:sldMkLst>
          <pc:docMk/>
          <pc:sldMk cId="562978281" sldId="398"/>
        </pc:sldMkLst>
        <pc:spChg chg="mod ord">
          <ac:chgData name="Edemacu Kennedy" userId="e778e2ad06e8c6e7" providerId="LiveId" clId="{4A7AD05A-C1FA-4F85-B9B0-195B5DFA4404}" dt="2022-03-01T09:24:19.350" v="1578" actId="700"/>
          <ac:spMkLst>
            <pc:docMk/>
            <pc:sldMk cId="562978281" sldId="398"/>
            <ac:spMk id="2" creationId="{00000000-0000-0000-0000-000000000000}"/>
          </ac:spMkLst>
        </pc:spChg>
        <pc:spChg chg="mod ord">
          <ac:chgData name="Edemacu Kennedy" userId="e778e2ad06e8c6e7" providerId="LiveId" clId="{4A7AD05A-C1FA-4F85-B9B0-195B5DFA4404}" dt="2022-03-01T09:24:29.421" v="1612" actId="1036"/>
          <ac:spMkLst>
            <pc:docMk/>
            <pc:sldMk cId="562978281" sldId="398"/>
            <ac:spMk id="3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9:24:44.421" v="1615" actId="478"/>
          <ac:spMkLst>
            <pc:docMk/>
            <pc:sldMk cId="562978281" sldId="398"/>
            <ac:spMk id="4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9:24:40.552" v="1614" actId="478"/>
          <ac:spMkLst>
            <pc:docMk/>
            <pc:sldMk cId="562978281" sldId="398"/>
            <ac:spMk id="5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9:24:35.101" v="1613" actId="478"/>
          <ac:spMkLst>
            <pc:docMk/>
            <pc:sldMk cId="562978281" sldId="398"/>
            <ac:spMk id="6" creationId="{00000000-0000-0000-0000-000000000000}"/>
          </ac:spMkLst>
        </pc:spChg>
      </pc:sldChg>
      <pc:sldChg chg="delSp modSp mod modClrScheme chgLayout">
        <pc:chgData name="Edemacu Kennedy" userId="e778e2ad06e8c6e7" providerId="LiveId" clId="{4A7AD05A-C1FA-4F85-B9B0-195B5DFA4404}" dt="2022-03-01T09:44:32.660" v="2084" actId="478"/>
        <pc:sldMkLst>
          <pc:docMk/>
          <pc:sldMk cId="1384895555" sldId="399"/>
        </pc:sldMkLst>
        <pc:spChg chg="mod ord">
          <ac:chgData name="Edemacu Kennedy" userId="e778e2ad06e8c6e7" providerId="LiveId" clId="{4A7AD05A-C1FA-4F85-B9B0-195B5DFA4404}" dt="2022-03-01T09:44:15.300" v="2081" actId="700"/>
          <ac:spMkLst>
            <pc:docMk/>
            <pc:sldMk cId="1384895555" sldId="399"/>
            <ac:spMk id="2" creationId="{00000000-0000-0000-0000-000000000000}"/>
          </ac:spMkLst>
        </pc:spChg>
        <pc:spChg chg="mod ord">
          <ac:chgData name="Edemacu Kennedy" userId="e778e2ad06e8c6e7" providerId="LiveId" clId="{4A7AD05A-C1FA-4F85-B9B0-195B5DFA4404}" dt="2022-03-01T09:44:15.300" v="2081" actId="700"/>
          <ac:spMkLst>
            <pc:docMk/>
            <pc:sldMk cId="1384895555" sldId="399"/>
            <ac:spMk id="3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9:44:25.570" v="2082" actId="478"/>
          <ac:spMkLst>
            <pc:docMk/>
            <pc:sldMk cId="1384895555" sldId="399"/>
            <ac:spMk id="4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9:44:32.660" v="2084" actId="478"/>
          <ac:spMkLst>
            <pc:docMk/>
            <pc:sldMk cId="1384895555" sldId="399"/>
            <ac:spMk id="5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9:44:29.620" v="2083" actId="478"/>
          <ac:spMkLst>
            <pc:docMk/>
            <pc:sldMk cId="1384895555" sldId="399"/>
            <ac:spMk id="6" creationId="{00000000-0000-0000-0000-000000000000}"/>
          </ac:spMkLst>
        </pc:spChg>
      </pc:sldChg>
      <pc:sldChg chg="addSp delSp modSp mod modClrScheme delAnim modAnim chgLayout">
        <pc:chgData name="Edemacu Kennedy" userId="e778e2ad06e8c6e7" providerId="LiveId" clId="{4A7AD05A-C1FA-4F85-B9B0-195B5DFA4404}" dt="2022-03-01T08:09:43.657" v="537" actId="20577"/>
        <pc:sldMkLst>
          <pc:docMk/>
          <pc:sldMk cId="679107118" sldId="402"/>
        </pc:sldMkLst>
        <pc:spChg chg="mod ord">
          <ac:chgData name="Edemacu Kennedy" userId="e778e2ad06e8c6e7" providerId="LiveId" clId="{4A7AD05A-C1FA-4F85-B9B0-195B5DFA4404}" dt="2022-03-01T08:09:43.657" v="537" actId="20577"/>
          <ac:spMkLst>
            <pc:docMk/>
            <pc:sldMk cId="679107118" sldId="402"/>
            <ac:spMk id="2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8:08:29.847" v="521" actId="478"/>
          <ac:spMkLst>
            <pc:docMk/>
            <pc:sldMk cId="679107118" sldId="402"/>
            <ac:spMk id="4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8:08:39.927" v="523" actId="478"/>
          <ac:spMkLst>
            <pc:docMk/>
            <pc:sldMk cId="679107118" sldId="402"/>
            <ac:spMk id="5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8:08:35.757" v="522" actId="478"/>
          <ac:spMkLst>
            <pc:docMk/>
            <pc:sldMk cId="679107118" sldId="402"/>
            <ac:spMk id="6" creationId="{00000000-0000-0000-0000-000000000000}"/>
          </ac:spMkLst>
        </pc:spChg>
        <pc:spChg chg="mod">
          <ac:chgData name="Edemacu Kennedy" userId="e778e2ad06e8c6e7" providerId="LiveId" clId="{4A7AD05A-C1FA-4F85-B9B0-195B5DFA4404}" dt="2022-03-01T08:05:03.227" v="510" actId="1076"/>
          <ac:spMkLst>
            <pc:docMk/>
            <pc:sldMk cId="679107118" sldId="402"/>
            <ac:spMk id="11" creationId="{00000000-0000-0000-0000-000000000000}"/>
          </ac:spMkLst>
        </pc:spChg>
        <pc:picChg chg="mod ord">
          <ac:chgData name="Edemacu Kennedy" userId="e778e2ad06e8c6e7" providerId="LiveId" clId="{4A7AD05A-C1FA-4F85-B9B0-195B5DFA4404}" dt="2022-03-01T08:05:36.897" v="515" actId="1036"/>
          <ac:picMkLst>
            <pc:docMk/>
            <pc:sldMk cId="679107118" sldId="402"/>
            <ac:picMk id="7" creationId="{00000000-0000-0000-0000-000000000000}"/>
          </ac:picMkLst>
        </pc:picChg>
        <pc:picChg chg="del mod">
          <ac:chgData name="Edemacu Kennedy" userId="e778e2ad06e8c6e7" providerId="LiveId" clId="{4A7AD05A-C1FA-4F85-B9B0-195B5DFA4404}" dt="2022-03-01T08:08:06.257" v="517" actId="478"/>
          <ac:picMkLst>
            <pc:docMk/>
            <pc:sldMk cId="679107118" sldId="402"/>
            <ac:picMk id="10" creationId="{00000000-0000-0000-0000-000000000000}"/>
          </ac:picMkLst>
        </pc:picChg>
        <pc:picChg chg="add mod">
          <ac:chgData name="Edemacu Kennedy" userId="e778e2ad06e8c6e7" providerId="LiveId" clId="{4A7AD05A-C1FA-4F85-B9B0-195B5DFA4404}" dt="2022-03-01T08:08:13.497" v="519" actId="1076"/>
          <ac:picMkLst>
            <pc:docMk/>
            <pc:sldMk cId="679107118" sldId="402"/>
            <ac:picMk id="12" creationId="{B3AE76B0-673A-4C9E-9597-0E84CC141CD0}"/>
          </ac:picMkLst>
        </pc:picChg>
      </pc:sldChg>
      <pc:sldChg chg="delSp modSp mod modClrScheme chgLayout">
        <pc:chgData name="Edemacu Kennedy" userId="e778e2ad06e8c6e7" providerId="LiveId" clId="{4A7AD05A-C1FA-4F85-B9B0-195B5DFA4404}" dt="2022-03-01T08:16:19.916" v="611" actId="478"/>
        <pc:sldMkLst>
          <pc:docMk/>
          <pc:sldMk cId="990435443" sldId="403"/>
        </pc:sldMkLst>
        <pc:spChg chg="mod ord">
          <ac:chgData name="Edemacu Kennedy" userId="e778e2ad06e8c6e7" providerId="LiveId" clId="{4A7AD05A-C1FA-4F85-B9B0-195B5DFA4404}" dt="2022-03-01T08:15:05.628" v="608" actId="700"/>
          <ac:spMkLst>
            <pc:docMk/>
            <pc:sldMk cId="990435443" sldId="403"/>
            <ac:spMk id="2" creationId="{00000000-0000-0000-0000-000000000000}"/>
          </ac:spMkLst>
        </pc:spChg>
        <pc:spChg chg="mod ord">
          <ac:chgData name="Edemacu Kennedy" userId="e778e2ad06e8c6e7" providerId="LiveId" clId="{4A7AD05A-C1FA-4F85-B9B0-195B5DFA4404}" dt="2022-03-01T08:15:05.628" v="608" actId="700"/>
          <ac:spMkLst>
            <pc:docMk/>
            <pc:sldMk cId="990435443" sldId="403"/>
            <ac:spMk id="3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8:16:09.977" v="609" actId="478"/>
          <ac:spMkLst>
            <pc:docMk/>
            <pc:sldMk cId="990435443" sldId="403"/>
            <ac:spMk id="4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8:16:19.916" v="611" actId="478"/>
          <ac:spMkLst>
            <pc:docMk/>
            <pc:sldMk cId="990435443" sldId="403"/>
            <ac:spMk id="5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8:16:16.127" v="610" actId="478"/>
          <ac:spMkLst>
            <pc:docMk/>
            <pc:sldMk cId="990435443" sldId="403"/>
            <ac:spMk id="6" creationId="{00000000-0000-0000-0000-000000000000}"/>
          </ac:spMkLst>
        </pc:spChg>
      </pc:sldChg>
      <pc:sldChg chg="delSp modSp mod modClrScheme chgLayout">
        <pc:chgData name="Edemacu Kennedy" userId="e778e2ad06e8c6e7" providerId="LiveId" clId="{4A7AD05A-C1FA-4F85-B9B0-195B5DFA4404}" dt="2022-03-01T08:35:01.985" v="883" actId="478"/>
        <pc:sldMkLst>
          <pc:docMk/>
          <pc:sldMk cId="3973170285" sldId="404"/>
        </pc:sldMkLst>
        <pc:spChg chg="mod ord">
          <ac:chgData name="Edemacu Kennedy" userId="e778e2ad06e8c6e7" providerId="LiveId" clId="{4A7AD05A-C1FA-4F85-B9B0-195B5DFA4404}" dt="2022-03-01T08:34:29.041" v="872" actId="700"/>
          <ac:spMkLst>
            <pc:docMk/>
            <pc:sldMk cId="3973170285" sldId="404"/>
            <ac:spMk id="2" creationId="{00000000-0000-0000-0000-000000000000}"/>
          </ac:spMkLst>
        </pc:spChg>
        <pc:spChg chg="mod ord">
          <ac:chgData name="Edemacu Kennedy" userId="e778e2ad06e8c6e7" providerId="LiveId" clId="{4A7AD05A-C1FA-4F85-B9B0-195B5DFA4404}" dt="2022-03-01T08:34:29.041" v="872" actId="700"/>
          <ac:spMkLst>
            <pc:docMk/>
            <pc:sldMk cId="3973170285" sldId="404"/>
            <ac:spMk id="3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8:35:01.985" v="883" actId="478"/>
          <ac:spMkLst>
            <pc:docMk/>
            <pc:sldMk cId="3973170285" sldId="404"/>
            <ac:spMk id="4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8:34:58.144" v="882" actId="478"/>
          <ac:spMkLst>
            <pc:docMk/>
            <pc:sldMk cId="3973170285" sldId="404"/>
            <ac:spMk id="5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8:34:53.015" v="881" actId="478"/>
          <ac:spMkLst>
            <pc:docMk/>
            <pc:sldMk cId="3973170285" sldId="404"/>
            <ac:spMk id="6" creationId="{00000000-0000-0000-0000-000000000000}"/>
          </ac:spMkLst>
        </pc:spChg>
        <pc:picChg chg="mod">
          <ac:chgData name="Edemacu Kennedy" userId="e778e2ad06e8c6e7" providerId="LiveId" clId="{4A7AD05A-C1FA-4F85-B9B0-195B5DFA4404}" dt="2022-03-01T08:34:38.545" v="880" actId="1035"/>
          <ac:picMkLst>
            <pc:docMk/>
            <pc:sldMk cId="3973170285" sldId="404"/>
            <ac:picMk id="7" creationId="{00000000-0000-0000-0000-000000000000}"/>
          </ac:picMkLst>
        </pc:picChg>
      </pc:sldChg>
      <pc:sldChg chg="addSp delSp modSp mod modClrScheme delAnim modAnim chgLayout">
        <pc:chgData name="Edemacu Kennedy" userId="e778e2ad06e8c6e7" providerId="LiveId" clId="{4A7AD05A-C1FA-4F85-B9B0-195B5DFA4404}" dt="2022-03-01T08:33:35.375" v="871"/>
        <pc:sldMkLst>
          <pc:docMk/>
          <pc:sldMk cId="2809787930" sldId="405"/>
        </pc:sldMkLst>
        <pc:spChg chg="mod ord">
          <ac:chgData name="Edemacu Kennedy" userId="e778e2ad06e8c6e7" providerId="LiveId" clId="{4A7AD05A-C1FA-4F85-B9B0-195B5DFA4404}" dt="2022-03-01T08:32:32.005" v="828" actId="1035"/>
          <ac:spMkLst>
            <pc:docMk/>
            <pc:sldMk cId="2809787930" sldId="405"/>
            <ac:spMk id="2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8:19:55.896" v="615" actId="478"/>
          <ac:spMkLst>
            <pc:docMk/>
            <pc:sldMk cId="2809787930" sldId="405"/>
            <ac:spMk id="4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8:19:52.107" v="614" actId="478"/>
          <ac:spMkLst>
            <pc:docMk/>
            <pc:sldMk cId="2809787930" sldId="405"/>
            <ac:spMk id="5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8:19:47.967" v="613" actId="478"/>
          <ac:spMkLst>
            <pc:docMk/>
            <pc:sldMk cId="2809787930" sldId="405"/>
            <ac:spMk id="6" creationId="{00000000-0000-0000-0000-000000000000}"/>
          </ac:spMkLst>
        </pc:spChg>
        <pc:spChg chg="del mod">
          <ac:chgData name="Edemacu Kennedy" userId="e778e2ad06e8c6e7" providerId="LiveId" clId="{4A7AD05A-C1FA-4F85-B9B0-195B5DFA4404}" dt="2022-03-01T08:30:49.155" v="720" actId="478"/>
          <ac:spMkLst>
            <pc:docMk/>
            <pc:sldMk cId="2809787930" sldId="405"/>
            <ac:spMk id="8" creationId="{00000000-0000-0000-0000-000000000000}"/>
          </ac:spMkLst>
        </pc:spChg>
        <pc:spChg chg="del mod">
          <ac:chgData name="Edemacu Kennedy" userId="e778e2ad06e8c6e7" providerId="LiveId" clId="{4A7AD05A-C1FA-4F85-B9B0-195B5DFA4404}" dt="2022-03-01T08:32:09.980" v="788" actId="478"/>
          <ac:spMkLst>
            <pc:docMk/>
            <pc:sldMk cId="2809787930" sldId="405"/>
            <ac:spMk id="10" creationId="{00000000-0000-0000-0000-000000000000}"/>
          </ac:spMkLst>
        </pc:spChg>
        <pc:spChg chg="del">
          <ac:chgData name="Edemacu Kennedy" userId="e778e2ad06e8c6e7" providerId="LiveId" clId="{4A7AD05A-C1FA-4F85-B9B0-195B5DFA4404}" dt="2022-03-01T08:31:36.565" v="785" actId="478"/>
          <ac:spMkLst>
            <pc:docMk/>
            <pc:sldMk cId="2809787930" sldId="405"/>
            <ac:spMk id="11" creationId="{00000000-0000-0000-0000-000000000000}"/>
          </ac:spMkLst>
        </pc:spChg>
        <pc:spChg chg="add del mod">
          <ac:chgData name="Edemacu Kennedy" userId="e778e2ad06e8c6e7" providerId="LiveId" clId="{4A7AD05A-C1FA-4F85-B9B0-195B5DFA4404}" dt="2022-03-01T08:31:00.275" v="723" actId="478"/>
          <ac:spMkLst>
            <pc:docMk/>
            <pc:sldMk cId="2809787930" sldId="405"/>
            <ac:spMk id="14" creationId="{2AAE0D28-C67F-48AF-BC42-510323538E08}"/>
          </ac:spMkLst>
        </pc:spChg>
        <pc:picChg chg="del mod ord">
          <ac:chgData name="Edemacu Kennedy" userId="e778e2ad06e8c6e7" providerId="LiveId" clId="{4A7AD05A-C1FA-4F85-B9B0-195B5DFA4404}" dt="2022-03-01T08:30:52.295" v="721" actId="478"/>
          <ac:picMkLst>
            <pc:docMk/>
            <pc:sldMk cId="2809787930" sldId="405"/>
            <ac:picMk id="9" creationId="{00000000-0000-0000-0000-000000000000}"/>
          </ac:picMkLst>
        </pc:picChg>
        <pc:picChg chg="add mod">
          <ac:chgData name="Edemacu Kennedy" userId="e778e2ad06e8c6e7" providerId="LiveId" clId="{4A7AD05A-C1FA-4F85-B9B0-195B5DFA4404}" dt="2022-03-01T08:31:23.295" v="783" actId="14100"/>
          <ac:picMkLst>
            <pc:docMk/>
            <pc:sldMk cId="2809787930" sldId="405"/>
            <ac:picMk id="12" creationId="{DB5B8BFE-B6A6-4D9A-9B47-950451AF2744}"/>
          </ac:picMkLst>
        </pc:picChg>
        <pc:picChg chg="add mod">
          <ac:chgData name="Edemacu Kennedy" userId="e778e2ad06e8c6e7" providerId="LiveId" clId="{4A7AD05A-C1FA-4F85-B9B0-195B5DFA4404}" dt="2022-03-01T08:33:25.086" v="870" actId="1038"/>
          <ac:picMkLst>
            <pc:docMk/>
            <pc:sldMk cId="2809787930" sldId="405"/>
            <ac:picMk id="16" creationId="{B78C8653-FE11-45E1-B774-86E4A186DAA6}"/>
          </ac:picMkLst>
        </pc:picChg>
      </pc:sldChg>
      <pc:sldChg chg="delSp modSp mod modClrScheme chgLayout">
        <pc:chgData name="Edemacu Kennedy" userId="e778e2ad06e8c6e7" providerId="LiveId" clId="{4A7AD05A-C1FA-4F85-B9B0-195B5DFA4404}" dt="2022-03-01T08:12:57.596" v="607" actId="1035"/>
        <pc:sldMkLst>
          <pc:docMk/>
          <pc:sldMk cId="3053534419" sldId="406"/>
        </pc:sldMkLst>
        <pc:spChg chg="del mod ord">
          <ac:chgData name="Edemacu Kennedy" userId="e778e2ad06e8c6e7" providerId="LiveId" clId="{4A7AD05A-C1FA-4F85-B9B0-195B5DFA4404}" dt="2022-03-01T08:10:44.787" v="540" actId="478"/>
          <ac:spMkLst>
            <pc:docMk/>
            <pc:sldMk cId="3053534419" sldId="406"/>
            <ac:spMk id="9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8:10:52.736" v="543" actId="478"/>
          <ac:spMkLst>
            <pc:docMk/>
            <pc:sldMk cId="3053534419" sldId="406"/>
            <ac:spMk id="10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8:10:48.797" v="542" actId="478"/>
          <ac:spMkLst>
            <pc:docMk/>
            <pc:sldMk cId="3053534419" sldId="406"/>
            <ac:spMk id="11" creationId="{00000000-0000-0000-0000-000000000000}"/>
          </ac:spMkLst>
        </pc:spChg>
        <pc:spChg chg="mod ord">
          <ac:chgData name="Edemacu Kennedy" userId="e778e2ad06e8c6e7" providerId="LiveId" clId="{4A7AD05A-C1FA-4F85-B9B0-195B5DFA4404}" dt="2022-03-01T08:12:57.596" v="607" actId="1035"/>
          <ac:spMkLst>
            <pc:docMk/>
            <pc:sldMk cId="3053534419" sldId="406"/>
            <ac:spMk id="12" creationId="{00000000-0000-0000-0000-000000000000}"/>
          </ac:spMkLst>
        </pc:spChg>
        <pc:spChg chg="mod ord">
          <ac:chgData name="Edemacu Kennedy" userId="e778e2ad06e8c6e7" providerId="LiveId" clId="{4A7AD05A-C1FA-4F85-B9B0-195B5DFA4404}" dt="2022-03-01T08:12:12.756" v="563" actId="1076"/>
          <ac:spMkLst>
            <pc:docMk/>
            <pc:sldMk cId="3053534419" sldId="406"/>
            <ac:spMk id="5122" creationId="{00000000-0000-0000-0000-000000000000}"/>
          </ac:spMkLst>
        </pc:spChg>
        <pc:picChg chg="mod">
          <ac:chgData name="Edemacu Kennedy" userId="e778e2ad06e8c6e7" providerId="LiveId" clId="{4A7AD05A-C1FA-4F85-B9B0-195B5DFA4404}" dt="2022-03-01T08:12:46.986" v="598" actId="1036"/>
          <ac:picMkLst>
            <pc:docMk/>
            <pc:sldMk cId="3053534419" sldId="406"/>
            <ac:picMk id="2" creationId="{00000000-0000-0000-0000-000000000000}"/>
          </ac:picMkLst>
        </pc:picChg>
      </pc:sldChg>
      <pc:sldChg chg="delSp modSp mod modClrScheme chgLayout">
        <pc:chgData name="Edemacu Kennedy" userId="e778e2ad06e8c6e7" providerId="LiveId" clId="{4A7AD05A-C1FA-4F85-B9B0-195B5DFA4404}" dt="2022-03-01T09:53:52.829" v="2145" actId="478"/>
        <pc:sldMkLst>
          <pc:docMk/>
          <pc:sldMk cId="3237263478" sldId="407"/>
        </pc:sldMkLst>
        <pc:spChg chg="mod ord">
          <ac:chgData name="Edemacu Kennedy" userId="e778e2ad06e8c6e7" providerId="LiveId" clId="{4A7AD05A-C1FA-4F85-B9B0-195B5DFA4404}" dt="2022-03-01T09:53:37.352" v="2142" actId="700"/>
          <ac:spMkLst>
            <pc:docMk/>
            <pc:sldMk cId="3237263478" sldId="407"/>
            <ac:spMk id="2" creationId="{00000000-0000-0000-0000-000000000000}"/>
          </ac:spMkLst>
        </pc:spChg>
        <pc:spChg chg="mod ord">
          <ac:chgData name="Edemacu Kennedy" userId="e778e2ad06e8c6e7" providerId="LiveId" clId="{4A7AD05A-C1FA-4F85-B9B0-195B5DFA4404}" dt="2022-03-01T09:53:37.352" v="2142" actId="700"/>
          <ac:spMkLst>
            <pc:docMk/>
            <pc:sldMk cId="3237263478" sldId="407"/>
            <ac:spMk id="3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9:53:44.139" v="2143" actId="478"/>
          <ac:spMkLst>
            <pc:docMk/>
            <pc:sldMk cId="3237263478" sldId="407"/>
            <ac:spMk id="4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9:53:52.829" v="2145" actId="478"/>
          <ac:spMkLst>
            <pc:docMk/>
            <pc:sldMk cId="3237263478" sldId="407"/>
            <ac:spMk id="5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9:53:47.829" v="2144" actId="478"/>
          <ac:spMkLst>
            <pc:docMk/>
            <pc:sldMk cId="3237263478" sldId="407"/>
            <ac:spMk id="6" creationId="{00000000-0000-0000-0000-000000000000}"/>
          </ac:spMkLst>
        </pc:spChg>
      </pc:sldChg>
      <pc:sldChg chg="delSp modSp mod modClrScheme chgLayout">
        <pc:chgData name="Edemacu Kennedy" userId="e778e2ad06e8c6e7" providerId="LiveId" clId="{4A7AD05A-C1FA-4F85-B9B0-195B5DFA4404}" dt="2022-03-01T08:37:08.715" v="898" actId="478"/>
        <pc:sldMkLst>
          <pc:docMk/>
          <pc:sldMk cId="210255802" sldId="443"/>
        </pc:sldMkLst>
        <pc:spChg chg="mod ord">
          <ac:chgData name="Edemacu Kennedy" userId="e778e2ad06e8c6e7" providerId="LiveId" clId="{4A7AD05A-C1FA-4F85-B9B0-195B5DFA4404}" dt="2022-03-01T08:36:49.930" v="894" actId="5793"/>
          <ac:spMkLst>
            <pc:docMk/>
            <pc:sldMk cId="210255802" sldId="443"/>
            <ac:spMk id="2" creationId="{00000000-0000-0000-0000-000000000000}"/>
          </ac:spMkLst>
        </pc:spChg>
        <pc:spChg chg="mod ord">
          <ac:chgData name="Edemacu Kennedy" userId="e778e2ad06e8c6e7" providerId="LiveId" clId="{4A7AD05A-C1FA-4F85-B9B0-195B5DFA4404}" dt="2022-03-01T08:36:39.990" v="884" actId="700"/>
          <ac:spMkLst>
            <pc:docMk/>
            <pc:sldMk cId="210255802" sldId="443"/>
            <ac:spMk id="3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8:36:55.585" v="895" actId="478"/>
          <ac:spMkLst>
            <pc:docMk/>
            <pc:sldMk cId="210255802" sldId="443"/>
            <ac:spMk id="4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8:37:08.715" v="898" actId="478"/>
          <ac:spMkLst>
            <pc:docMk/>
            <pc:sldMk cId="210255802" sldId="443"/>
            <ac:spMk id="5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8:37:02.285" v="897" actId="478"/>
          <ac:spMkLst>
            <pc:docMk/>
            <pc:sldMk cId="210255802" sldId="443"/>
            <ac:spMk id="6" creationId="{00000000-0000-0000-0000-000000000000}"/>
          </ac:spMkLst>
        </pc:spChg>
      </pc:sldChg>
      <pc:sldChg chg="delSp modSp mod modClrScheme chgLayout">
        <pc:chgData name="Edemacu Kennedy" userId="e778e2ad06e8c6e7" providerId="LiveId" clId="{4A7AD05A-C1FA-4F85-B9B0-195B5DFA4404}" dt="2022-03-01T08:40:58.284" v="1077" actId="20577"/>
        <pc:sldMkLst>
          <pc:docMk/>
          <pc:sldMk cId="3197406062" sldId="444"/>
        </pc:sldMkLst>
        <pc:spChg chg="mod ord">
          <ac:chgData name="Edemacu Kennedy" userId="e778e2ad06e8c6e7" providerId="LiveId" clId="{4A7AD05A-C1FA-4F85-B9B0-195B5DFA4404}" dt="2022-03-01T08:40:58.284" v="1077" actId="20577"/>
          <ac:spMkLst>
            <pc:docMk/>
            <pc:sldMk cId="3197406062" sldId="444"/>
            <ac:spMk id="2" creationId="{00000000-0000-0000-0000-000000000000}"/>
          </ac:spMkLst>
        </pc:spChg>
        <pc:spChg chg="mod ord">
          <ac:chgData name="Edemacu Kennedy" userId="e778e2ad06e8c6e7" providerId="LiveId" clId="{4A7AD05A-C1FA-4F85-B9B0-195B5DFA4404}" dt="2022-03-01T08:38:39.359" v="899" actId="700"/>
          <ac:spMkLst>
            <pc:docMk/>
            <pc:sldMk cId="3197406062" sldId="444"/>
            <ac:spMk id="3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8:40:22.565" v="1068" actId="478"/>
          <ac:spMkLst>
            <pc:docMk/>
            <pc:sldMk cId="3197406062" sldId="444"/>
            <ac:spMk id="4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8:40:34.695" v="1070" actId="478"/>
          <ac:spMkLst>
            <pc:docMk/>
            <pc:sldMk cId="3197406062" sldId="444"/>
            <ac:spMk id="5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8:40:29.224" v="1069" actId="478"/>
          <ac:spMkLst>
            <pc:docMk/>
            <pc:sldMk cId="3197406062" sldId="444"/>
            <ac:spMk id="6" creationId="{00000000-0000-0000-0000-000000000000}"/>
          </ac:spMkLst>
        </pc:spChg>
        <pc:spChg chg="mod">
          <ac:chgData name="Edemacu Kennedy" userId="e778e2ad06e8c6e7" providerId="LiveId" clId="{4A7AD05A-C1FA-4F85-B9B0-195B5DFA4404}" dt="2022-03-01T08:39:58.414" v="1049" actId="1035"/>
          <ac:spMkLst>
            <pc:docMk/>
            <pc:sldMk cId="3197406062" sldId="444"/>
            <ac:spMk id="8" creationId="{00000000-0000-0000-0000-000000000000}"/>
          </ac:spMkLst>
        </pc:spChg>
        <pc:spChg chg="mod">
          <ac:chgData name="Edemacu Kennedy" userId="e778e2ad06e8c6e7" providerId="LiveId" clId="{4A7AD05A-C1FA-4F85-B9B0-195B5DFA4404}" dt="2022-03-01T08:40:17.670" v="1067" actId="1036"/>
          <ac:spMkLst>
            <pc:docMk/>
            <pc:sldMk cId="3197406062" sldId="444"/>
            <ac:spMk id="9" creationId="{00000000-0000-0000-0000-000000000000}"/>
          </ac:spMkLst>
        </pc:spChg>
        <pc:picChg chg="mod">
          <ac:chgData name="Edemacu Kennedy" userId="e778e2ad06e8c6e7" providerId="LiveId" clId="{4A7AD05A-C1FA-4F85-B9B0-195B5DFA4404}" dt="2022-03-01T08:40:08.835" v="1060" actId="1036"/>
          <ac:picMkLst>
            <pc:docMk/>
            <pc:sldMk cId="3197406062" sldId="444"/>
            <ac:picMk id="7" creationId="{00000000-0000-0000-0000-000000000000}"/>
          </ac:picMkLst>
        </pc:picChg>
      </pc:sldChg>
      <pc:sldChg chg="delSp modSp mod modClrScheme chgLayout">
        <pc:chgData name="Edemacu Kennedy" userId="e778e2ad06e8c6e7" providerId="LiveId" clId="{4A7AD05A-C1FA-4F85-B9B0-195B5DFA4404}" dt="2022-03-01T08:41:59.334" v="1081" actId="478"/>
        <pc:sldMkLst>
          <pc:docMk/>
          <pc:sldMk cId="3277961432" sldId="445"/>
        </pc:sldMkLst>
        <pc:spChg chg="mod ord">
          <ac:chgData name="Edemacu Kennedy" userId="e778e2ad06e8c6e7" providerId="LiveId" clId="{4A7AD05A-C1FA-4F85-B9B0-195B5DFA4404}" dt="2022-03-01T08:41:42.017" v="1078" actId="700"/>
          <ac:spMkLst>
            <pc:docMk/>
            <pc:sldMk cId="3277961432" sldId="445"/>
            <ac:spMk id="2" creationId="{00000000-0000-0000-0000-000000000000}"/>
          </ac:spMkLst>
        </pc:spChg>
        <pc:spChg chg="mod ord">
          <ac:chgData name="Edemacu Kennedy" userId="e778e2ad06e8c6e7" providerId="LiveId" clId="{4A7AD05A-C1FA-4F85-B9B0-195B5DFA4404}" dt="2022-03-01T08:41:42.017" v="1078" actId="700"/>
          <ac:spMkLst>
            <pc:docMk/>
            <pc:sldMk cId="3277961432" sldId="445"/>
            <ac:spMk id="3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8:41:59.334" v="1081" actId="478"/>
          <ac:spMkLst>
            <pc:docMk/>
            <pc:sldMk cId="3277961432" sldId="445"/>
            <ac:spMk id="4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8:41:54.284" v="1080" actId="478"/>
          <ac:spMkLst>
            <pc:docMk/>
            <pc:sldMk cId="3277961432" sldId="445"/>
            <ac:spMk id="5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8:41:49.884" v="1079" actId="478"/>
          <ac:spMkLst>
            <pc:docMk/>
            <pc:sldMk cId="3277961432" sldId="445"/>
            <ac:spMk id="6" creationId="{00000000-0000-0000-0000-000000000000}"/>
          </ac:spMkLst>
        </pc:spChg>
      </pc:sldChg>
      <pc:sldChg chg="delSp modSp mod modClrScheme chgLayout">
        <pc:chgData name="Edemacu Kennedy" userId="e778e2ad06e8c6e7" providerId="LiveId" clId="{4A7AD05A-C1FA-4F85-B9B0-195B5DFA4404}" dt="2022-03-01T08:50:48.314" v="1248" actId="14100"/>
        <pc:sldMkLst>
          <pc:docMk/>
          <pc:sldMk cId="894566203" sldId="446"/>
        </pc:sldMkLst>
        <pc:spChg chg="mod ord">
          <ac:chgData name="Edemacu Kennedy" userId="e778e2ad06e8c6e7" providerId="LiveId" clId="{4A7AD05A-C1FA-4F85-B9B0-195B5DFA4404}" dt="2022-03-01T08:43:48.324" v="1087" actId="1076"/>
          <ac:spMkLst>
            <pc:docMk/>
            <pc:sldMk cId="894566203" sldId="446"/>
            <ac:spMk id="2" creationId="{00000000-0000-0000-0000-000000000000}"/>
          </ac:spMkLst>
        </pc:spChg>
        <pc:spChg chg="mod">
          <ac:chgData name="Edemacu Kennedy" userId="e778e2ad06e8c6e7" providerId="LiveId" clId="{4A7AD05A-C1FA-4F85-B9B0-195B5DFA4404}" dt="2022-03-01T08:46:32.574" v="1230" actId="14100"/>
          <ac:spMkLst>
            <pc:docMk/>
            <pc:sldMk cId="894566203" sldId="446"/>
            <ac:spMk id="3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8:43:34.424" v="1086" actId="478"/>
          <ac:spMkLst>
            <pc:docMk/>
            <pc:sldMk cId="894566203" sldId="446"/>
            <ac:spMk id="4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8:43:30.565" v="1085" actId="478"/>
          <ac:spMkLst>
            <pc:docMk/>
            <pc:sldMk cId="894566203" sldId="446"/>
            <ac:spMk id="5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8:43:25.554" v="1084" actId="478"/>
          <ac:spMkLst>
            <pc:docMk/>
            <pc:sldMk cId="894566203" sldId="446"/>
            <ac:spMk id="6" creationId="{00000000-0000-0000-0000-000000000000}"/>
          </ac:spMkLst>
        </pc:spChg>
        <pc:spChg chg="mod">
          <ac:chgData name="Edemacu Kennedy" userId="e778e2ad06e8c6e7" providerId="LiveId" clId="{4A7AD05A-C1FA-4F85-B9B0-195B5DFA4404}" dt="2022-03-01T08:49:57.198" v="1245" actId="14100"/>
          <ac:spMkLst>
            <pc:docMk/>
            <pc:sldMk cId="894566203" sldId="446"/>
            <ac:spMk id="10" creationId="{00000000-0000-0000-0000-000000000000}"/>
          </ac:spMkLst>
        </pc:spChg>
        <pc:spChg chg="mod">
          <ac:chgData name="Edemacu Kennedy" userId="e778e2ad06e8c6e7" providerId="LiveId" clId="{4A7AD05A-C1FA-4F85-B9B0-195B5DFA4404}" dt="2022-03-01T08:48:02.744" v="1235" actId="14100"/>
          <ac:spMkLst>
            <pc:docMk/>
            <pc:sldMk cId="894566203" sldId="446"/>
            <ac:spMk id="11" creationId="{00000000-0000-0000-0000-000000000000}"/>
          </ac:spMkLst>
        </pc:spChg>
        <pc:spChg chg="mod">
          <ac:chgData name="Edemacu Kennedy" userId="e778e2ad06e8c6e7" providerId="LiveId" clId="{4A7AD05A-C1FA-4F85-B9B0-195B5DFA4404}" dt="2022-03-01T08:49:11.384" v="1240" actId="14100"/>
          <ac:spMkLst>
            <pc:docMk/>
            <pc:sldMk cId="894566203" sldId="446"/>
            <ac:spMk id="12" creationId="{00000000-0000-0000-0000-000000000000}"/>
          </ac:spMkLst>
        </pc:spChg>
        <pc:spChg chg="mod">
          <ac:chgData name="Edemacu Kennedy" userId="e778e2ad06e8c6e7" providerId="LiveId" clId="{4A7AD05A-C1FA-4F85-B9B0-195B5DFA4404}" dt="2022-03-01T08:50:37.414" v="1246" actId="14100"/>
          <ac:spMkLst>
            <pc:docMk/>
            <pc:sldMk cId="894566203" sldId="446"/>
            <ac:spMk id="15" creationId="{00000000-0000-0000-0000-000000000000}"/>
          </ac:spMkLst>
        </pc:spChg>
        <pc:spChg chg="mod">
          <ac:chgData name="Edemacu Kennedy" userId="e778e2ad06e8c6e7" providerId="LiveId" clId="{4A7AD05A-C1FA-4F85-B9B0-195B5DFA4404}" dt="2022-03-01T08:50:43.034" v="1247" actId="14100"/>
          <ac:spMkLst>
            <pc:docMk/>
            <pc:sldMk cId="894566203" sldId="446"/>
            <ac:spMk id="16" creationId="{00000000-0000-0000-0000-000000000000}"/>
          </ac:spMkLst>
        </pc:spChg>
        <pc:spChg chg="mod">
          <ac:chgData name="Edemacu Kennedy" userId="e778e2ad06e8c6e7" providerId="LiveId" clId="{4A7AD05A-C1FA-4F85-B9B0-195B5DFA4404}" dt="2022-03-01T08:50:48.314" v="1248" actId="14100"/>
          <ac:spMkLst>
            <pc:docMk/>
            <pc:sldMk cId="894566203" sldId="446"/>
            <ac:spMk id="17" creationId="{00000000-0000-0000-0000-000000000000}"/>
          </ac:spMkLst>
        </pc:spChg>
        <pc:picChg chg="mod ord">
          <ac:chgData name="Edemacu Kennedy" userId="e778e2ad06e8c6e7" providerId="LiveId" clId="{4A7AD05A-C1FA-4F85-B9B0-195B5DFA4404}" dt="2022-03-01T08:45:51.174" v="1223" actId="14100"/>
          <ac:picMkLst>
            <pc:docMk/>
            <pc:sldMk cId="894566203" sldId="446"/>
            <ac:picMk id="7" creationId="{00000000-0000-0000-0000-000000000000}"/>
          </ac:picMkLst>
        </pc:picChg>
      </pc:sldChg>
      <pc:sldChg chg="delSp modSp mod modClrScheme chgLayout">
        <pc:chgData name="Edemacu Kennedy" userId="e778e2ad06e8c6e7" providerId="LiveId" clId="{4A7AD05A-C1FA-4F85-B9B0-195B5DFA4404}" dt="2022-03-01T08:53:14.134" v="1330" actId="14100"/>
        <pc:sldMkLst>
          <pc:docMk/>
          <pc:sldMk cId="215298821" sldId="447"/>
        </pc:sldMkLst>
        <pc:spChg chg="mod ord">
          <ac:chgData name="Edemacu Kennedy" userId="e778e2ad06e8c6e7" providerId="LiveId" clId="{4A7AD05A-C1FA-4F85-B9B0-195B5DFA4404}" dt="2022-03-01T08:53:00.043" v="1254" actId="700"/>
          <ac:spMkLst>
            <pc:docMk/>
            <pc:sldMk cId="215298821" sldId="447"/>
            <ac:spMk id="2" creationId="{00000000-0000-0000-0000-000000000000}"/>
          </ac:spMkLst>
        </pc:spChg>
        <pc:spChg chg="del">
          <ac:chgData name="Edemacu Kennedy" userId="e778e2ad06e8c6e7" providerId="LiveId" clId="{4A7AD05A-C1FA-4F85-B9B0-195B5DFA4404}" dt="2022-03-01T08:52:27.663" v="1249" actId="478"/>
          <ac:spMkLst>
            <pc:docMk/>
            <pc:sldMk cId="215298821" sldId="447"/>
            <ac:spMk id="4" creationId="{00000000-0000-0000-0000-000000000000}"/>
          </ac:spMkLst>
        </pc:spChg>
        <pc:spChg chg="del mod">
          <ac:chgData name="Edemacu Kennedy" userId="e778e2ad06e8c6e7" providerId="LiveId" clId="{4A7AD05A-C1FA-4F85-B9B0-195B5DFA4404}" dt="2022-03-01T08:52:36.983" v="1253" actId="478"/>
          <ac:spMkLst>
            <pc:docMk/>
            <pc:sldMk cId="215298821" sldId="447"/>
            <ac:spMk id="5" creationId="{00000000-0000-0000-0000-000000000000}"/>
          </ac:spMkLst>
        </pc:spChg>
        <pc:spChg chg="del mod">
          <ac:chgData name="Edemacu Kennedy" userId="e778e2ad06e8c6e7" providerId="LiveId" clId="{4A7AD05A-C1FA-4F85-B9B0-195B5DFA4404}" dt="2022-03-01T08:52:32.104" v="1251" actId="478"/>
          <ac:spMkLst>
            <pc:docMk/>
            <pc:sldMk cId="215298821" sldId="447"/>
            <ac:spMk id="6" creationId="{00000000-0000-0000-0000-000000000000}"/>
          </ac:spMkLst>
        </pc:spChg>
        <pc:picChg chg="mod ord">
          <ac:chgData name="Edemacu Kennedy" userId="e778e2ad06e8c6e7" providerId="LiveId" clId="{4A7AD05A-C1FA-4F85-B9B0-195B5DFA4404}" dt="2022-03-01T08:53:14.134" v="1330" actId="14100"/>
          <ac:picMkLst>
            <pc:docMk/>
            <pc:sldMk cId="215298821" sldId="447"/>
            <ac:picMk id="8" creationId="{00000000-0000-0000-0000-000000000000}"/>
          </ac:picMkLst>
        </pc:picChg>
      </pc:sldChg>
      <pc:sldChg chg="delSp modSp mod modClrScheme chgLayout">
        <pc:chgData name="Edemacu Kennedy" userId="e778e2ad06e8c6e7" providerId="LiveId" clId="{4A7AD05A-C1FA-4F85-B9B0-195B5DFA4404}" dt="2022-03-01T08:57:17.323" v="1461" actId="478"/>
        <pc:sldMkLst>
          <pc:docMk/>
          <pc:sldMk cId="1319365573" sldId="448"/>
        </pc:sldMkLst>
        <pc:spChg chg="mod ord">
          <ac:chgData name="Edemacu Kennedy" userId="e778e2ad06e8c6e7" providerId="LiveId" clId="{4A7AD05A-C1FA-4F85-B9B0-195B5DFA4404}" dt="2022-03-01T08:56:22.015" v="1331" actId="700"/>
          <ac:spMkLst>
            <pc:docMk/>
            <pc:sldMk cId="1319365573" sldId="448"/>
            <ac:spMk id="2" creationId="{00000000-0000-0000-0000-000000000000}"/>
          </ac:spMkLst>
        </pc:spChg>
        <pc:spChg chg="mod ord">
          <ac:chgData name="Edemacu Kennedy" userId="e778e2ad06e8c6e7" providerId="LiveId" clId="{4A7AD05A-C1FA-4F85-B9B0-195B5DFA4404}" dt="2022-03-01T08:56:34.453" v="1355" actId="1035"/>
          <ac:spMkLst>
            <pc:docMk/>
            <pc:sldMk cId="1319365573" sldId="448"/>
            <ac:spMk id="3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8:57:17.323" v="1461" actId="478"/>
          <ac:spMkLst>
            <pc:docMk/>
            <pc:sldMk cId="1319365573" sldId="448"/>
            <ac:spMk id="4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8:57:13.253" v="1459" actId="478"/>
          <ac:spMkLst>
            <pc:docMk/>
            <pc:sldMk cId="1319365573" sldId="448"/>
            <ac:spMk id="5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8:57:09.613" v="1458" actId="478"/>
          <ac:spMkLst>
            <pc:docMk/>
            <pc:sldMk cId="1319365573" sldId="448"/>
            <ac:spMk id="6" creationId="{00000000-0000-0000-0000-000000000000}"/>
          </ac:spMkLst>
        </pc:spChg>
        <pc:graphicFrameChg chg="mod">
          <ac:chgData name="Edemacu Kennedy" userId="e778e2ad06e8c6e7" providerId="LiveId" clId="{4A7AD05A-C1FA-4F85-B9B0-195B5DFA4404}" dt="2022-03-01T08:56:56.443" v="1456" actId="1036"/>
          <ac:graphicFrameMkLst>
            <pc:docMk/>
            <pc:sldMk cId="1319365573" sldId="448"/>
            <ac:graphicFrameMk id="29" creationId="{00000000-0000-0000-0000-000000000000}"/>
          </ac:graphicFrameMkLst>
        </pc:graphicFrameChg>
      </pc:sldChg>
      <pc:sldChg chg="delSp modSp mod modClrScheme chgLayout">
        <pc:chgData name="Edemacu Kennedy" userId="e778e2ad06e8c6e7" providerId="LiveId" clId="{4A7AD05A-C1FA-4F85-B9B0-195B5DFA4404}" dt="2022-03-01T10:00:12.819" v="2231" actId="5793"/>
        <pc:sldMkLst>
          <pc:docMk/>
          <pc:sldMk cId="2678638052" sldId="465"/>
        </pc:sldMkLst>
        <pc:spChg chg="del mod ord">
          <ac:chgData name="Edemacu Kennedy" userId="e778e2ad06e8c6e7" providerId="LiveId" clId="{4A7AD05A-C1FA-4F85-B9B0-195B5DFA4404}" dt="2022-03-01T09:59:09.819" v="2229" actId="478"/>
          <ac:spMkLst>
            <pc:docMk/>
            <pc:sldMk cId="2678638052" sldId="465"/>
            <ac:spMk id="4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9:59:03.069" v="2228" actId="478"/>
          <ac:spMkLst>
            <pc:docMk/>
            <pc:sldMk cId="2678638052" sldId="465"/>
            <ac:spMk id="5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9:59:00.069" v="2227" actId="478"/>
          <ac:spMkLst>
            <pc:docMk/>
            <pc:sldMk cId="2678638052" sldId="465"/>
            <ac:spMk id="6" creationId="{00000000-0000-0000-0000-000000000000}"/>
          </ac:spMkLst>
        </pc:spChg>
        <pc:spChg chg="mod ord">
          <ac:chgData name="Edemacu Kennedy" userId="e778e2ad06e8c6e7" providerId="LiveId" clId="{4A7AD05A-C1FA-4F85-B9B0-195B5DFA4404}" dt="2022-03-01T09:58:19.989" v="2226" actId="20577"/>
          <ac:spMkLst>
            <pc:docMk/>
            <pc:sldMk cId="2678638052" sldId="465"/>
            <ac:spMk id="7" creationId="{00000000-0000-0000-0000-000000000000}"/>
          </ac:spMkLst>
        </pc:spChg>
        <pc:spChg chg="mod ord">
          <ac:chgData name="Edemacu Kennedy" userId="e778e2ad06e8c6e7" providerId="LiveId" clId="{4A7AD05A-C1FA-4F85-B9B0-195B5DFA4404}" dt="2022-03-01T10:00:12.819" v="2231" actId="5793"/>
          <ac:spMkLst>
            <pc:docMk/>
            <pc:sldMk cId="2678638052" sldId="465"/>
            <ac:spMk id="8" creationId="{00000000-0000-0000-0000-000000000000}"/>
          </ac:spMkLst>
        </pc:spChg>
      </pc:sldChg>
      <pc:sldChg chg="delSp modSp mod modClrScheme chgLayout">
        <pc:chgData name="Edemacu Kennedy" userId="e778e2ad06e8c6e7" providerId="LiveId" clId="{4A7AD05A-C1FA-4F85-B9B0-195B5DFA4404}" dt="2022-03-01T07:46:35.292" v="171" actId="478"/>
        <pc:sldMkLst>
          <pc:docMk/>
          <pc:sldMk cId="551584714" sldId="503"/>
        </pc:sldMkLst>
        <pc:spChg chg="mod ord">
          <ac:chgData name="Edemacu Kennedy" userId="e778e2ad06e8c6e7" providerId="LiveId" clId="{4A7AD05A-C1FA-4F85-B9B0-195B5DFA4404}" dt="2022-03-01T07:46:12.906" v="168" actId="700"/>
          <ac:spMkLst>
            <pc:docMk/>
            <pc:sldMk cId="551584714" sldId="503"/>
            <ac:spMk id="2" creationId="{00000000-0000-0000-0000-000000000000}"/>
          </ac:spMkLst>
        </pc:spChg>
        <pc:spChg chg="mod ord">
          <ac:chgData name="Edemacu Kennedy" userId="e778e2ad06e8c6e7" providerId="LiveId" clId="{4A7AD05A-C1FA-4F85-B9B0-195B5DFA4404}" dt="2022-03-01T07:46:12.906" v="168" actId="700"/>
          <ac:spMkLst>
            <pc:docMk/>
            <pc:sldMk cId="551584714" sldId="503"/>
            <ac:spMk id="3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7:46:35.292" v="171" actId="478"/>
          <ac:spMkLst>
            <pc:docMk/>
            <pc:sldMk cId="551584714" sldId="503"/>
            <ac:spMk id="4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7:46:31.427" v="170" actId="478"/>
          <ac:spMkLst>
            <pc:docMk/>
            <pc:sldMk cId="551584714" sldId="503"/>
            <ac:spMk id="5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7:46:24.343" v="169" actId="478"/>
          <ac:spMkLst>
            <pc:docMk/>
            <pc:sldMk cId="551584714" sldId="503"/>
            <ac:spMk id="6" creationId="{00000000-0000-0000-0000-000000000000}"/>
          </ac:spMkLst>
        </pc:spChg>
      </pc:sldChg>
      <pc:sldChg chg="addSp delSp modSp new mod modClrScheme chgLayout">
        <pc:chgData name="Edemacu Kennedy" userId="e778e2ad06e8c6e7" providerId="LiveId" clId="{4A7AD05A-C1FA-4F85-B9B0-195B5DFA4404}" dt="2022-03-01T09:01:03.423" v="1470" actId="478"/>
        <pc:sldMkLst>
          <pc:docMk/>
          <pc:sldMk cId="4045921742" sldId="504"/>
        </pc:sldMkLst>
        <pc:spChg chg="del mod ord">
          <ac:chgData name="Edemacu Kennedy" userId="e778e2ad06e8c6e7" providerId="LiveId" clId="{4A7AD05A-C1FA-4F85-B9B0-195B5DFA4404}" dt="2022-03-01T09:00:53.351" v="1463" actId="700"/>
          <ac:spMkLst>
            <pc:docMk/>
            <pc:sldMk cId="4045921742" sldId="504"/>
            <ac:spMk id="2" creationId="{6B7948ED-A80E-467F-879D-E412AE78CE4B}"/>
          </ac:spMkLst>
        </pc:spChg>
        <pc:spChg chg="del mod ord">
          <ac:chgData name="Edemacu Kennedy" userId="e778e2ad06e8c6e7" providerId="LiveId" clId="{4A7AD05A-C1FA-4F85-B9B0-195B5DFA4404}" dt="2022-03-01T09:00:53.351" v="1463" actId="700"/>
          <ac:spMkLst>
            <pc:docMk/>
            <pc:sldMk cId="4045921742" sldId="504"/>
            <ac:spMk id="3" creationId="{E9D1AC1E-705D-4E20-8E34-75F1DE0224BA}"/>
          </ac:spMkLst>
        </pc:spChg>
        <pc:spChg chg="add mod ord">
          <ac:chgData name="Edemacu Kennedy" userId="e778e2ad06e8c6e7" providerId="LiveId" clId="{4A7AD05A-C1FA-4F85-B9B0-195B5DFA4404}" dt="2022-03-01T09:00:57.423" v="1469" actId="20577"/>
          <ac:spMkLst>
            <pc:docMk/>
            <pc:sldMk cId="4045921742" sldId="504"/>
            <ac:spMk id="4" creationId="{A10830F0-665D-4F60-957C-1B97A73F4A63}"/>
          </ac:spMkLst>
        </pc:spChg>
        <pc:spChg chg="add del mod ord">
          <ac:chgData name="Edemacu Kennedy" userId="e778e2ad06e8c6e7" providerId="LiveId" clId="{4A7AD05A-C1FA-4F85-B9B0-195B5DFA4404}" dt="2022-03-01T09:01:03.423" v="1470" actId="478"/>
          <ac:spMkLst>
            <pc:docMk/>
            <pc:sldMk cId="4045921742" sldId="504"/>
            <ac:spMk id="5" creationId="{53C0B3AD-0139-49E5-9D6C-1BB8318986D8}"/>
          </ac:spMkLst>
        </pc:spChg>
      </pc:sldChg>
      <pc:sldChg chg="addSp delSp modSp mod modClrScheme modAnim chgLayout">
        <pc:chgData name="Edemacu Kennedy" userId="e778e2ad06e8c6e7" providerId="LiveId" clId="{4A7AD05A-C1FA-4F85-B9B0-195B5DFA4404}" dt="2022-03-01T09:14:17.912" v="1539" actId="14100"/>
        <pc:sldMkLst>
          <pc:docMk/>
          <pc:sldMk cId="1705202036" sldId="505"/>
        </pc:sldMkLst>
        <pc:spChg chg="mod">
          <ac:chgData name="Edemacu Kennedy" userId="e778e2ad06e8c6e7" providerId="LiveId" clId="{4A7AD05A-C1FA-4F85-B9B0-195B5DFA4404}" dt="2022-03-01T09:14:17.912" v="1539" actId="14100"/>
          <ac:spMkLst>
            <pc:docMk/>
            <pc:sldMk cId="1705202036" sldId="505"/>
            <ac:spMk id="2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9:12:47.712" v="1535" actId="478"/>
          <ac:spMkLst>
            <pc:docMk/>
            <pc:sldMk cId="1705202036" sldId="505"/>
            <ac:spMk id="9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9:12:53.972" v="1537" actId="478"/>
          <ac:spMkLst>
            <pc:docMk/>
            <pc:sldMk cId="1705202036" sldId="505"/>
            <ac:spMk id="10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9:12:50.832" v="1536" actId="478"/>
          <ac:spMkLst>
            <pc:docMk/>
            <pc:sldMk cId="1705202036" sldId="505"/>
            <ac:spMk id="11" creationId="{00000000-0000-0000-0000-000000000000}"/>
          </ac:spMkLst>
        </pc:spChg>
        <pc:spChg chg="mod ord">
          <ac:chgData name="Edemacu Kennedy" userId="e778e2ad06e8c6e7" providerId="LiveId" clId="{4A7AD05A-C1FA-4F85-B9B0-195B5DFA4404}" dt="2022-03-01T09:12:31.712" v="1534" actId="20577"/>
          <ac:spMkLst>
            <pc:docMk/>
            <pc:sldMk cId="1705202036" sldId="505"/>
            <ac:spMk id="12" creationId="{00000000-0000-0000-0000-000000000000}"/>
          </ac:spMkLst>
        </pc:spChg>
        <pc:spChg chg="mod">
          <ac:chgData name="Edemacu Kennedy" userId="e778e2ad06e8c6e7" providerId="LiveId" clId="{4A7AD05A-C1FA-4F85-B9B0-195B5DFA4404}" dt="2022-03-01T09:14:09.102" v="1538" actId="14100"/>
          <ac:spMkLst>
            <pc:docMk/>
            <pc:sldMk cId="1705202036" sldId="505"/>
            <ac:spMk id="13" creationId="{00000000-0000-0000-0000-000000000000}"/>
          </ac:spMkLst>
        </pc:spChg>
        <pc:spChg chg="add mod">
          <ac:chgData name="Edemacu Kennedy" userId="e778e2ad06e8c6e7" providerId="LiveId" clId="{4A7AD05A-C1FA-4F85-B9B0-195B5DFA4404}" dt="2022-03-01T09:12:25.252" v="1532" actId="571"/>
          <ac:spMkLst>
            <pc:docMk/>
            <pc:sldMk cId="1705202036" sldId="505"/>
            <ac:spMk id="16" creationId="{8A219320-D709-4F34-94CF-903DD897DAB6}"/>
          </ac:spMkLst>
        </pc:spChg>
        <pc:spChg chg="add mod">
          <ac:chgData name="Edemacu Kennedy" userId="e778e2ad06e8c6e7" providerId="LiveId" clId="{4A7AD05A-C1FA-4F85-B9B0-195B5DFA4404}" dt="2022-03-01T09:12:25.252" v="1532" actId="571"/>
          <ac:spMkLst>
            <pc:docMk/>
            <pc:sldMk cId="1705202036" sldId="505"/>
            <ac:spMk id="17" creationId="{59EED53A-F8AA-44F1-9EDE-14CE3961F023}"/>
          </ac:spMkLst>
        </pc:spChg>
        <pc:spChg chg="mod ord">
          <ac:chgData name="Edemacu Kennedy" userId="e778e2ad06e8c6e7" providerId="LiveId" clId="{4A7AD05A-C1FA-4F85-B9B0-195B5DFA4404}" dt="2022-03-01T09:11:59.705" v="1513" actId="700"/>
          <ac:spMkLst>
            <pc:docMk/>
            <pc:sldMk cId="1705202036" sldId="505"/>
            <ac:spMk id="5122" creationId="{00000000-0000-0000-0000-000000000000}"/>
          </ac:spMkLst>
        </pc:spChg>
      </pc:sldChg>
      <pc:sldChg chg="delSp modSp mod modClrScheme chgLayout">
        <pc:chgData name="Edemacu Kennedy" userId="e778e2ad06e8c6e7" providerId="LiveId" clId="{4A7AD05A-C1FA-4F85-B9B0-195B5DFA4404}" dt="2022-03-01T09:23:02.651" v="1577" actId="1035"/>
        <pc:sldMkLst>
          <pc:docMk/>
          <pc:sldMk cId="2782506559" sldId="506"/>
        </pc:sldMkLst>
        <pc:spChg chg="del">
          <ac:chgData name="Edemacu Kennedy" userId="e778e2ad06e8c6e7" providerId="LiveId" clId="{4A7AD05A-C1FA-4F85-B9B0-195B5DFA4404}" dt="2022-03-01T09:22:21.382" v="1540" actId="478"/>
          <ac:spMkLst>
            <pc:docMk/>
            <pc:sldMk cId="2782506559" sldId="506"/>
            <ac:spMk id="9" creationId="{00000000-0000-0000-0000-000000000000}"/>
          </ac:spMkLst>
        </pc:spChg>
        <pc:spChg chg="del mod">
          <ac:chgData name="Edemacu Kennedy" userId="e778e2ad06e8c6e7" providerId="LiveId" clId="{4A7AD05A-C1FA-4F85-B9B0-195B5DFA4404}" dt="2022-03-01T09:22:32.698" v="1544" actId="478"/>
          <ac:spMkLst>
            <pc:docMk/>
            <pc:sldMk cId="2782506559" sldId="506"/>
            <ac:spMk id="10" creationId="{00000000-0000-0000-0000-000000000000}"/>
          </ac:spMkLst>
        </pc:spChg>
        <pc:spChg chg="del mod">
          <ac:chgData name="Edemacu Kennedy" userId="e778e2ad06e8c6e7" providerId="LiveId" clId="{4A7AD05A-C1FA-4F85-B9B0-195B5DFA4404}" dt="2022-03-01T09:22:27.392" v="1542" actId="478"/>
          <ac:spMkLst>
            <pc:docMk/>
            <pc:sldMk cId="2782506559" sldId="506"/>
            <ac:spMk id="11" creationId="{00000000-0000-0000-0000-000000000000}"/>
          </ac:spMkLst>
        </pc:spChg>
        <pc:spChg chg="mod ord">
          <ac:chgData name="Edemacu Kennedy" userId="e778e2ad06e8c6e7" providerId="LiveId" clId="{4A7AD05A-C1FA-4F85-B9B0-195B5DFA4404}" dt="2022-03-01T09:23:02.651" v="1577" actId="1035"/>
          <ac:spMkLst>
            <pc:docMk/>
            <pc:sldMk cId="2782506559" sldId="506"/>
            <ac:spMk id="12" creationId="{00000000-0000-0000-0000-000000000000}"/>
          </ac:spMkLst>
        </pc:spChg>
        <pc:spChg chg="mod ord">
          <ac:chgData name="Edemacu Kennedy" userId="e778e2ad06e8c6e7" providerId="LiveId" clId="{4A7AD05A-C1FA-4F85-B9B0-195B5DFA4404}" dt="2022-03-01T09:22:40.171" v="1545" actId="700"/>
          <ac:spMkLst>
            <pc:docMk/>
            <pc:sldMk cId="2782506559" sldId="506"/>
            <ac:spMk id="5122" creationId="{00000000-0000-0000-0000-000000000000}"/>
          </ac:spMkLst>
        </pc:spChg>
      </pc:sldChg>
      <pc:sldChg chg="delSp modSp mod modClrScheme chgLayout">
        <pc:chgData name="Edemacu Kennedy" userId="e778e2ad06e8c6e7" providerId="LiveId" clId="{4A7AD05A-C1FA-4F85-B9B0-195B5DFA4404}" dt="2022-03-01T09:27:18.371" v="1621" actId="478"/>
        <pc:sldMkLst>
          <pc:docMk/>
          <pc:sldMk cId="1010110640" sldId="507"/>
        </pc:sldMkLst>
        <pc:spChg chg="del mod ord">
          <ac:chgData name="Edemacu Kennedy" userId="e778e2ad06e8c6e7" providerId="LiveId" clId="{4A7AD05A-C1FA-4F85-B9B0-195B5DFA4404}" dt="2022-03-01T09:27:18.371" v="1621" actId="478"/>
          <ac:spMkLst>
            <pc:docMk/>
            <pc:sldMk cId="1010110640" sldId="507"/>
            <ac:spMk id="9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9:27:12.621" v="1619" actId="478"/>
          <ac:spMkLst>
            <pc:docMk/>
            <pc:sldMk cId="1010110640" sldId="507"/>
            <ac:spMk id="10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9:27:07.661" v="1617" actId="478"/>
          <ac:spMkLst>
            <pc:docMk/>
            <pc:sldMk cId="1010110640" sldId="507"/>
            <ac:spMk id="11" creationId="{00000000-0000-0000-0000-000000000000}"/>
          </ac:spMkLst>
        </pc:spChg>
        <pc:spChg chg="mod ord">
          <ac:chgData name="Edemacu Kennedy" userId="e778e2ad06e8c6e7" providerId="LiveId" clId="{4A7AD05A-C1FA-4F85-B9B0-195B5DFA4404}" dt="2022-03-01T09:26:50.441" v="1616" actId="700"/>
          <ac:spMkLst>
            <pc:docMk/>
            <pc:sldMk cId="1010110640" sldId="507"/>
            <ac:spMk id="12" creationId="{00000000-0000-0000-0000-000000000000}"/>
          </ac:spMkLst>
        </pc:spChg>
        <pc:spChg chg="mod ord">
          <ac:chgData name="Edemacu Kennedy" userId="e778e2ad06e8c6e7" providerId="LiveId" clId="{4A7AD05A-C1FA-4F85-B9B0-195B5DFA4404}" dt="2022-03-01T09:26:50.441" v="1616" actId="700"/>
          <ac:spMkLst>
            <pc:docMk/>
            <pc:sldMk cId="1010110640" sldId="507"/>
            <ac:spMk id="5122" creationId="{00000000-0000-0000-0000-000000000000}"/>
          </ac:spMkLst>
        </pc:spChg>
      </pc:sldChg>
      <pc:sldChg chg="addSp delSp modSp new mod modClrScheme chgLayout">
        <pc:chgData name="Edemacu Kennedy" userId="e778e2ad06e8c6e7" providerId="LiveId" clId="{4A7AD05A-C1FA-4F85-B9B0-195B5DFA4404}" dt="2022-03-01T09:43:45.030" v="2079" actId="478"/>
        <pc:sldMkLst>
          <pc:docMk/>
          <pc:sldMk cId="2306078523" sldId="508"/>
        </pc:sldMkLst>
        <pc:spChg chg="del mod ord">
          <ac:chgData name="Edemacu Kennedy" userId="e778e2ad06e8c6e7" providerId="LiveId" clId="{4A7AD05A-C1FA-4F85-B9B0-195B5DFA4404}" dt="2022-03-01T09:43:39.067" v="2073" actId="700"/>
          <ac:spMkLst>
            <pc:docMk/>
            <pc:sldMk cId="2306078523" sldId="508"/>
            <ac:spMk id="2" creationId="{F8744A0A-F727-4CB6-8561-C3E85F58AC59}"/>
          </ac:spMkLst>
        </pc:spChg>
        <pc:spChg chg="del mod ord">
          <ac:chgData name="Edemacu Kennedy" userId="e778e2ad06e8c6e7" providerId="LiveId" clId="{4A7AD05A-C1FA-4F85-B9B0-195B5DFA4404}" dt="2022-03-01T09:43:39.067" v="2073" actId="700"/>
          <ac:spMkLst>
            <pc:docMk/>
            <pc:sldMk cId="2306078523" sldId="508"/>
            <ac:spMk id="3" creationId="{6B109AB8-F326-4FCB-B219-BC45EEC1C2FC}"/>
          </ac:spMkLst>
        </pc:spChg>
        <pc:spChg chg="add mod ord">
          <ac:chgData name="Edemacu Kennedy" userId="e778e2ad06e8c6e7" providerId="LiveId" clId="{4A7AD05A-C1FA-4F85-B9B0-195B5DFA4404}" dt="2022-03-01T09:43:41.790" v="2078" actId="20577"/>
          <ac:spMkLst>
            <pc:docMk/>
            <pc:sldMk cId="2306078523" sldId="508"/>
            <ac:spMk id="4" creationId="{0185B193-E034-4E75-ADDF-53A2E624EA81}"/>
          </ac:spMkLst>
        </pc:spChg>
        <pc:spChg chg="add del mod ord">
          <ac:chgData name="Edemacu Kennedy" userId="e778e2ad06e8c6e7" providerId="LiveId" clId="{4A7AD05A-C1FA-4F85-B9B0-195B5DFA4404}" dt="2022-03-01T09:43:45.030" v="2079" actId="478"/>
          <ac:spMkLst>
            <pc:docMk/>
            <pc:sldMk cId="2306078523" sldId="508"/>
            <ac:spMk id="5" creationId="{61A02FA1-BA42-41AD-AED2-4C4CF938BECC}"/>
          </ac:spMkLst>
        </pc:spChg>
      </pc:sldChg>
      <pc:sldChg chg="new del">
        <pc:chgData name="Edemacu Kennedy" userId="e778e2ad06e8c6e7" providerId="LiveId" clId="{4A7AD05A-C1FA-4F85-B9B0-195B5DFA4404}" dt="2022-03-01T09:54:34.784" v="2146" actId="47"/>
        <pc:sldMkLst>
          <pc:docMk/>
          <pc:sldMk cId="3316520628" sldId="509"/>
        </pc:sldMkLst>
      </pc:sldChg>
      <pc:sldChg chg="delSp modSp mod modClrScheme chgLayout">
        <pc:chgData name="Edemacu Kennedy" userId="e778e2ad06e8c6e7" providerId="LiveId" clId="{4A7AD05A-C1FA-4F85-B9B0-195B5DFA4404}" dt="2022-03-01T09:46:14.620" v="2100" actId="478"/>
        <pc:sldMkLst>
          <pc:docMk/>
          <pc:sldMk cId="2134042419" sldId="510"/>
        </pc:sldMkLst>
        <pc:spChg chg="mod ord">
          <ac:chgData name="Edemacu Kennedy" userId="e778e2ad06e8c6e7" providerId="LiveId" clId="{4A7AD05A-C1FA-4F85-B9B0-195B5DFA4404}" dt="2022-03-01T09:45:52.245" v="2085" actId="700"/>
          <ac:spMkLst>
            <pc:docMk/>
            <pc:sldMk cId="2134042419" sldId="510"/>
            <ac:spMk id="2" creationId="{00000000-0000-0000-0000-000000000000}"/>
          </ac:spMkLst>
        </pc:spChg>
        <pc:spChg chg="mod ord">
          <ac:chgData name="Edemacu Kennedy" userId="e778e2ad06e8c6e7" providerId="LiveId" clId="{4A7AD05A-C1FA-4F85-B9B0-195B5DFA4404}" dt="2022-03-01T09:45:59.669" v="2097" actId="1035"/>
          <ac:spMkLst>
            <pc:docMk/>
            <pc:sldMk cId="2134042419" sldId="510"/>
            <ac:spMk id="3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9:46:14.620" v="2100" actId="478"/>
          <ac:spMkLst>
            <pc:docMk/>
            <pc:sldMk cId="2134042419" sldId="510"/>
            <ac:spMk id="4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9:46:10.809" v="2099" actId="478"/>
          <ac:spMkLst>
            <pc:docMk/>
            <pc:sldMk cId="2134042419" sldId="510"/>
            <ac:spMk id="5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9:46:06.220" v="2098" actId="478"/>
          <ac:spMkLst>
            <pc:docMk/>
            <pc:sldMk cId="2134042419" sldId="510"/>
            <ac:spMk id="6" creationId="{00000000-0000-0000-0000-000000000000}"/>
          </ac:spMkLst>
        </pc:spChg>
      </pc:sldChg>
      <pc:sldChg chg="delSp modSp mod modClrScheme chgLayout">
        <pc:chgData name="Edemacu Kennedy" userId="e778e2ad06e8c6e7" providerId="LiveId" clId="{4A7AD05A-C1FA-4F85-B9B0-195B5DFA4404}" dt="2022-03-01T09:47:37.680" v="2137" actId="478"/>
        <pc:sldMkLst>
          <pc:docMk/>
          <pc:sldMk cId="2042487320" sldId="511"/>
        </pc:sldMkLst>
        <pc:spChg chg="mod ord">
          <ac:chgData name="Edemacu Kennedy" userId="e778e2ad06e8c6e7" providerId="LiveId" clId="{4A7AD05A-C1FA-4F85-B9B0-195B5DFA4404}" dt="2022-03-01T09:47:08.382" v="2101" actId="700"/>
          <ac:spMkLst>
            <pc:docMk/>
            <pc:sldMk cId="2042487320" sldId="511"/>
            <ac:spMk id="2" creationId="{00000000-0000-0000-0000-000000000000}"/>
          </ac:spMkLst>
        </pc:spChg>
        <pc:spChg chg="mod ord">
          <ac:chgData name="Edemacu Kennedy" userId="e778e2ad06e8c6e7" providerId="LiveId" clId="{4A7AD05A-C1FA-4F85-B9B0-195B5DFA4404}" dt="2022-03-01T09:47:22.310" v="2133" actId="1035"/>
          <ac:spMkLst>
            <pc:docMk/>
            <pc:sldMk cId="2042487320" sldId="511"/>
            <ac:spMk id="3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9:47:29.700" v="2134" actId="478"/>
          <ac:spMkLst>
            <pc:docMk/>
            <pc:sldMk cId="2042487320" sldId="511"/>
            <ac:spMk id="4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9:47:37.680" v="2137" actId="478"/>
          <ac:spMkLst>
            <pc:docMk/>
            <pc:sldMk cId="2042487320" sldId="511"/>
            <ac:spMk id="5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9:47:33.475" v="2135" actId="478"/>
          <ac:spMkLst>
            <pc:docMk/>
            <pc:sldMk cId="2042487320" sldId="511"/>
            <ac:spMk id="6" creationId="{00000000-0000-0000-0000-000000000000}"/>
          </ac:spMkLst>
        </pc:spChg>
      </pc:sldChg>
      <pc:sldChg chg="delSp modSp mod modClrScheme chgLayout">
        <pc:chgData name="Edemacu Kennedy" userId="e778e2ad06e8c6e7" providerId="LiveId" clId="{4A7AD05A-C1FA-4F85-B9B0-195B5DFA4404}" dt="2022-03-01T09:48:56.290" v="2141" actId="478"/>
        <pc:sldMkLst>
          <pc:docMk/>
          <pc:sldMk cId="851188331" sldId="555"/>
        </pc:sldMkLst>
        <pc:spChg chg="del mod ord">
          <ac:chgData name="Edemacu Kennedy" userId="e778e2ad06e8c6e7" providerId="LiveId" clId="{4A7AD05A-C1FA-4F85-B9B0-195B5DFA4404}" dt="2022-03-01T09:48:42.119" v="2139" actId="478"/>
          <ac:spMkLst>
            <pc:docMk/>
            <pc:sldMk cId="851188331" sldId="555"/>
            <ac:spMk id="4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9:48:56.290" v="2141" actId="478"/>
          <ac:spMkLst>
            <pc:docMk/>
            <pc:sldMk cId="851188331" sldId="555"/>
            <ac:spMk id="5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9:48:51.650" v="2140" actId="478"/>
          <ac:spMkLst>
            <pc:docMk/>
            <pc:sldMk cId="851188331" sldId="555"/>
            <ac:spMk id="6" creationId="{00000000-0000-0000-0000-000000000000}"/>
          </ac:spMkLst>
        </pc:spChg>
        <pc:spChg chg="mod ord">
          <ac:chgData name="Edemacu Kennedy" userId="e778e2ad06e8c6e7" providerId="LiveId" clId="{4A7AD05A-C1FA-4F85-B9B0-195B5DFA4404}" dt="2022-03-01T09:48:37.212" v="2138" actId="700"/>
          <ac:spMkLst>
            <pc:docMk/>
            <pc:sldMk cId="851188331" sldId="555"/>
            <ac:spMk id="7" creationId="{00000000-0000-0000-0000-000000000000}"/>
          </ac:spMkLst>
        </pc:spChg>
        <pc:spChg chg="mod ord">
          <ac:chgData name="Edemacu Kennedy" userId="e778e2ad06e8c6e7" providerId="LiveId" clId="{4A7AD05A-C1FA-4F85-B9B0-195B5DFA4404}" dt="2022-03-01T09:48:37.212" v="2138" actId="700"/>
          <ac:spMkLst>
            <pc:docMk/>
            <pc:sldMk cId="851188331" sldId="555"/>
            <ac:spMk id="8" creationId="{00000000-0000-0000-0000-000000000000}"/>
          </ac:spMkLst>
        </pc:spChg>
      </pc:sldChg>
      <pc:sldChg chg="delSp modSp mod modClrScheme chgLayout">
        <pc:chgData name="Edemacu Kennedy" userId="e778e2ad06e8c6e7" providerId="LiveId" clId="{4A7AD05A-C1FA-4F85-B9B0-195B5DFA4404}" dt="2022-03-01T09:55:12.739" v="2192" actId="478"/>
        <pc:sldMkLst>
          <pc:docMk/>
          <pc:sldMk cId="3059166234" sldId="557"/>
        </pc:sldMkLst>
        <pc:spChg chg="mod ord">
          <ac:chgData name="Edemacu Kennedy" userId="e778e2ad06e8c6e7" providerId="LiveId" clId="{4A7AD05A-C1FA-4F85-B9B0-195B5DFA4404}" dt="2022-03-01T09:54:40.094" v="2147" actId="700"/>
          <ac:spMkLst>
            <pc:docMk/>
            <pc:sldMk cId="3059166234" sldId="557"/>
            <ac:spMk id="2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9:55:03.889" v="2190" actId="478"/>
          <ac:spMkLst>
            <pc:docMk/>
            <pc:sldMk cId="3059166234" sldId="557"/>
            <ac:spMk id="4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9:55:12.739" v="2192" actId="478"/>
          <ac:spMkLst>
            <pc:docMk/>
            <pc:sldMk cId="3059166234" sldId="557"/>
            <ac:spMk id="5" creationId="{00000000-0000-0000-0000-000000000000}"/>
          </ac:spMkLst>
        </pc:spChg>
        <pc:spChg chg="del mod ord">
          <ac:chgData name="Edemacu Kennedy" userId="e778e2ad06e8c6e7" providerId="LiveId" clId="{4A7AD05A-C1FA-4F85-B9B0-195B5DFA4404}" dt="2022-03-01T09:55:08.189" v="2191" actId="478"/>
          <ac:spMkLst>
            <pc:docMk/>
            <pc:sldMk cId="3059166234" sldId="557"/>
            <ac:spMk id="6" creationId="{00000000-0000-0000-0000-000000000000}"/>
          </ac:spMkLst>
        </pc:spChg>
        <pc:graphicFrameChg chg="mod ord modGraphic">
          <ac:chgData name="Edemacu Kennedy" userId="e778e2ad06e8c6e7" providerId="LiveId" clId="{4A7AD05A-C1FA-4F85-B9B0-195B5DFA4404}" dt="2022-03-01T09:54:57.859" v="2189" actId="1035"/>
          <ac:graphicFrameMkLst>
            <pc:docMk/>
            <pc:sldMk cId="3059166234" sldId="557"/>
            <ac:graphicFrameMk id="7" creationId="{00000000-0000-0000-0000-000000000000}"/>
          </ac:graphicFrameMkLst>
        </pc:graphicFrameChg>
        <pc:cxnChg chg="del mod">
          <ac:chgData name="Edemacu Kennedy" userId="e778e2ad06e8c6e7" providerId="LiveId" clId="{4A7AD05A-C1FA-4F85-B9B0-195B5DFA4404}" dt="2022-03-01T09:54:44.719" v="2149" actId="478"/>
          <ac:cxnSpMkLst>
            <pc:docMk/>
            <pc:sldMk cId="3059166234" sldId="557"/>
            <ac:cxnSpMk id="8" creationId="{00000000-0000-0000-0000-000000000000}"/>
          </ac:cxnSpMkLst>
        </pc:cxnChg>
      </pc:sldChg>
      <pc:sldChg chg="modSp new del mod">
        <pc:chgData name="Edemacu Kennedy" userId="e778e2ad06e8c6e7" providerId="LiveId" clId="{4A7AD05A-C1FA-4F85-B9B0-195B5DFA4404}" dt="2022-03-01T09:57:56.754" v="2213" actId="47"/>
        <pc:sldMkLst>
          <pc:docMk/>
          <pc:sldMk cId="473736275" sldId="558"/>
        </pc:sldMkLst>
        <pc:spChg chg="mod">
          <ac:chgData name="Edemacu Kennedy" userId="e778e2ad06e8c6e7" providerId="LiveId" clId="{4A7AD05A-C1FA-4F85-B9B0-195B5DFA4404}" dt="2022-03-01T09:56:38.119" v="2211" actId="207"/>
          <ac:spMkLst>
            <pc:docMk/>
            <pc:sldMk cId="473736275" sldId="558"/>
            <ac:spMk id="2" creationId="{FBABB955-3277-4FD0-AA7F-3C2CAA678F72}"/>
          </ac:spMkLst>
        </pc:spChg>
      </pc:sldChg>
      <pc:sldMasterChg chg="del delSldLayout">
        <pc:chgData name="Edemacu Kennedy" userId="e778e2ad06e8c6e7" providerId="LiveId" clId="{4A7AD05A-C1FA-4F85-B9B0-195B5DFA4404}" dt="2022-03-01T08:38:39.359" v="899" actId="700"/>
        <pc:sldMasterMkLst>
          <pc:docMk/>
          <pc:sldMasterMk cId="82710843" sldId="2147483726"/>
        </pc:sldMasterMkLst>
        <pc:sldLayoutChg chg="del">
          <pc:chgData name="Edemacu Kennedy" userId="e778e2ad06e8c6e7" providerId="LiveId" clId="{4A7AD05A-C1FA-4F85-B9B0-195B5DFA4404}" dt="2022-03-01T08:38:39.359" v="899" actId="700"/>
          <pc:sldLayoutMkLst>
            <pc:docMk/>
            <pc:sldMasterMk cId="82710843" sldId="2147483726"/>
            <pc:sldLayoutMk cId="1996618455" sldId="2147483727"/>
          </pc:sldLayoutMkLst>
        </pc:sldLayoutChg>
        <pc:sldLayoutChg chg="del">
          <pc:chgData name="Edemacu Kennedy" userId="e778e2ad06e8c6e7" providerId="LiveId" clId="{4A7AD05A-C1FA-4F85-B9B0-195B5DFA4404}" dt="2022-03-01T08:38:39.359" v="899" actId="700"/>
          <pc:sldLayoutMkLst>
            <pc:docMk/>
            <pc:sldMasterMk cId="82710843" sldId="2147483726"/>
            <pc:sldLayoutMk cId="3236230157" sldId="2147483728"/>
          </pc:sldLayoutMkLst>
        </pc:sldLayoutChg>
        <pc:sldLayoutChg chg="del">
          <pc:chgData name="Edemacu Kennedy" userId="e778e2ad06e8c6e7" providerId="LiveId" clId="{4A7AD05A-C1FA-4F85-B9B0-195B5DFA4404}" dt="2022-03-01T08:38:39.359" v="899" actId="700"/>
          <pc:sldLayoutMkLst>
            <pc:docMk/>
            <pc:sldMasterMk cId="82710843" sldId="2147483726"/>
            <pc:sldLayoutMk cId="1687859791" sldId="2147483729"/>
          </pc:sldLayoutMkLst>
        </pc:sldLayoutChg>
      </pc:sldMasterChg>
      <pc:sldMasterChg chg="del delSldLayout">
        <pc:chgData name="Edemacu Kennedy" userId="e778e2ad06e8c6e7" providerId="LiveId" clId="{4A7AD05A-C1FA-4F85-B9B0-195B5DFA4404}" dt="2022-03-01T07:46:12.906" v="168" actId="700"/>
        <pc:sldMasterMkLst>
          <pc:docMk/>
          <pc:sldMasterMk cId="311083516" sldId="2147483726"/>
        </pc:sldMasterMkLst>
        <pc:sldLayoutChg chg="del">
          <pc:chgData name="Edemacu Kennedy" userId="e778e2ad06e8c6e7" providerId="LiveId" clId="{4A7AD05A-C1FA-4F85-B9B0-195B5DFA4404}" dt="2022-03-01T07:46:12.906" v="168" actId="700"/>
          <pc:sldLayoutMkLst>
            <pc:docMk/>
            <pc:sldMasterMk cId="311083516" sldId="2147483726"/>
            <pc:sldLayoutMk cId="1096432487" sldId="2147483727"/>
          </pc:sldLayoutMkLst>
        </pc:sldLayoutChg>
        <pc:sldLayoutChg chg="del">
          <pc:chgData name="Edemacu Kennedy" userId="e778e2ad06e8c6e7" providerId="LiveId" clId="{4A7AD05A-C1FA-4F85-B9B0-195B5DFA4404}" dt="2022-03-01T07:46:12.906" v="168" actId="700"/>
          <pc:sldLayoutMkLst>
            <pc:docMk/>
            <pc:sldMasterMk cId="311083516" sldId="2147483726"/>
            <pc:sldLayoutMk cId="3186093425" sldId="2147483728"/>
          </pc:sldLayoutMkLst>
        </pc:sldLayoutChg>
        <pc:sldLayoutChg chg="del">
          <pc:chgData name="Edemacu Kennedy" userId="e778e2ad06e8c6e7" providerId="LiveId" clId="{4A7AD05A-C1FA-4F85-B9B0-195B5DFA4404}" dt="2022-03-01T07:46:12.906" v="168" actId="700"/>
          <pc:sldLayoutMkLst>
            <pc:docMk/>
            <pc:sldMasterMk cId="311083516" sldId="2147483726"/>
            <pc:sldLayoutMk cId="332828056" sldId="2147483729"/>
          </pc:sldLayoutMkLst>
        </pc:sldLayoutChg>
      </pc:sldMasterChg>
      <pc:sldMasterChg chg="del delSldLayout">
        <pc:chgData name="Edemacu Kennedy" userId="e778e2ad06e8c6e7" providerId="LiveId" clId="{4A7AD05A-C1FA-4F85-B9B0-195B5DFA4404}" dt="2022-03-01T08:36:39.990" v="884" actId="700"/>
        <pc:sldMasterMkLst>
          <pc:docMk/>
          <pc:sldMasterMk cId="370103984" sldId="2147483726"/>
        </pc:sldMasterMkLst>
        <pc:sldLayoutChg chg="del">
          <pc:chgData name="Edemacu Kennedy" userId="e778e2ad06e8c6e7" providerId="LiveId" clId="{4A7AD05A-C1FA-4F85-B9B0-195B5DFA4404}" dt="2022-03-01T08:36:39.990" v="884" actId="700"/>
          <pc:sldLayoutMkLst>
            <pc:docMk/>
            <pc:sldMasterMk cId="370103984" sldId="2147483726"/>
            <pc:sldLayoutMk cId="3089862792" sldId="2147483727"/>
          </pc:sldLayoutMkLst>
        </pc:sldLayoutChg>
        <pc:sldLayoutChg chg="del">
          <pc:chgData name="Edemacu Kennedy" userId="e778e2ad06e8c6e7" providerId="LiveId" clId="{4A7AD05A-C1FA-4F85-B9B0-195B5DFA4404}" dt="2022-03-01T08:36:39.990" v="884" actId="700"/>
          <pc:sldLayoutMkLst>
            <pc:docMk/>
            <pc:sldMasterMk cId="370103984" sldId="2147483726"/>
            <pc:sldLayoutMk cId="3034831828" sldId="2147483728"/>
          </pc:sldLayoutMkLst>
        </pc:sldLayoutChg>
        <pc:sldLayoutChg chg="del">
          <pc:chgData name="Edemacu Kennedy" userId="e778e2ad06e8c6e7" providerId="LiveId" clId="{4A7AD05A-C1FA-4F85-B9B0-195B5DFA4404}" dt="2022-03-01T08:36:39.990" v="884" actId="700"/>
          <pc:sldLayoutMkLst>
            <pc:docMk/>
            <pc:sldMasterMk cId="370103984" sldId="2147483726"/>
            <pc:sldLayoutMk cId="3578044813" sldId="2147483729"/>
          </pc:sldLayoutMkLst>
        </pc:sldLayoutChg>
      </pc:sldMasterChg>
      <pc:sldMasterChg chg="del delSldLayout">
        <pc:chgData name="Edemacu Kennedy" userId="e778e2ad06e8c6e7" providerId="LiveId" clId="{4A7AD05A-C1FA-4F85-B9B0-195B5DFA4404}" dt="2022-03-01T09:45:52.245" v="2085" actId="700"/>
        <pc:sldMasterMkLst>
          <pc:docMk/>
          <pc:sldMasterMk cId="695784458" sldId="2147483726"/>
        </pc:sldMasterMkLst>
        <pc:sldLayoutChg chg="del">
          <pc:chgData name="Edemacu Kennedy" userId="e778e2ad06e8c6e7" providerId="LiveId" clId="{4A7AD05A-C1FA-4F85-B9B0-195B5DFA4404}" dt="2022-03-01T09:45:52.245" v="2085" actId="700"/>
          <pc:sldLayoutMkLst>
            <pc:docMk/>
            <pc:sldMasterMk cId="695784458" sldId="2147483726"/>
            <pc:sldLayoutMk cId="1410336595" sldId="2147483727"/>
          </pc:sldLayoutMkLst>
        </pc:sldLayoutChg>
        <pc:sldLayoutChg chg="del">
          <pc:chgData name="Edemacu Kennedy" userId="e778e2ad06e8c6e7" providerId="LiveId" clId="{4A7AD05A-C1FA-4F85-B9B0-195B5DFA4404}" dt="2022-03-01T09:45:52.245" v="2085" actId="700"/>
          <pc:sldLayoutMkLst>
            <pc:docMk/>
            <pc:sldMasterMk cId="695784458" sldId="2147483726"/>
            <pc:sldLayoutMk cId="1526913533" sldId="2147483728"/>
          </pc:sldLayoutMkLst>
        </pc:sldLayoutChg>
        <pc:sldLayoutChg chg="del">
          <pc:chgData name="Edemacu Kennedy" userId="e778e2ad06e8c6e7" providerId="LiveId" clId="{4A7AD05A-C1FA-4F85-B9B0-195B5DFA4404}" dt="2022-03-01T09:45:52.245" v="2085" actId="700"/>
          <pc:sldLayoutMkLst>
            <pc:docMk/>
            <pc:sldMasterMk cId="695784458" sldId="2147483726"/>
            <pc:sldLayoutMk cId="3628655962" sldId="2147483729"/>
          </pc:sldLayoutMkLst>
        </pc:sldLayoutChg>
      </pc:sldMasterChg>
      <pc:sldMasterChg chg="del delSldLayout">
        <pc:chgData name="Edemacu Kennedy" userId="e778e2ad06e8c6e7" providerId="LiveId" clId="{4A7AD05A-C1FA-4F85-B9B0-195B5DFA4404}" dt="2022-03-01T09:27:46.989" v="1622" actId="700"/>
        <pc:sldMasterMkLst>
          <pc:docMk/>
          <pc:sldMasterMk cId="719966580" sldId="2147483726"/>
        </pc:sldMasterMkLst>
        <pc:sldLayoutChg chg="del">
          <pc:chgData name="Edemacu Kennedy" userId="e778e2ad06e8c6e7" providerId="LiveId" clId="{4A7AD05A-C1FA-4F85-B9B0-195B5DFA4404}" dt="2022-03-01T09:27:46.989" v="1622" actId="700"/>
          <pc:sldLayoutMkLst>
            <pc:docMk/>
            <pc:sldMasterMk cId="719966580" sldId="2147483726"/>
            <pc:sldLayoutMk cId="2290905103" sldId="2147483727"/>
          </pc:sldLayoutMkLst>
        </pc:sldLayoutChg>
        <pc:sldLayoutChg chg="del">
          <pc:chgData name="Edemacu Kennedy" userId="e778e2ad06e8c6e7" providerId="LiveId" clId="{4A7AD05A-C1FA-4F85-B9B0-195B5DFA4404}" dt="2022-03-01T09:27:46.989" v="1622" actId="700"/>
          <pc:sldLayoutMkLst>
            <pc:docMk/>
            <pc:sldMasterMk cId="719966580" sldId="2147483726"/>
            <pc:sldLayoutMk cId="2294820277" sldId="2147483728"/>
          </pc:sldLayoutMkLst>
        </pc:sldLayoutChg>
        <pc:sldLayoutChg chg="del">
          <pc:chgData name="Edemacu Kennedy" userId="e778e2ad06e8c6e7" providerId="LiveId" clId="{4A7AD05A-C1FA-4F85-B9B0-195B5DFA4404}" dt="2022-03-01T09:27:46.989" v="1622" actId="700"/>
          <pc:sldLayoutMkLst>
            <pc:docMk/>
            <pc:sldMasterMk cId="719966580" sldId="2147483726"/>
            <pc:sldLayoutMk cId="1159700583" sldId="2147483729"/>
          </pc:sldLayoutMkLst>
        </pc:sldLayoutChg>
      </pc:sldMasterChg>
      <pc:sldMasterChg chg="del delSldLayout">
        <pc:chgData name="Edemacu Kennedy" userId="e778e2ad06e8c6e7" providerId="LiveId" clId="{4A7AD05A-C1FA-4F85-B9B0-195B5DFA4404}" dt="2022-03-01T09:11:59.705" v="1513" actId="700"/>
        <pc:sldMasterMkLst>
          <pc:docMk/>
          <pc:sldMasterMk cId="935369234" sldId="2147483726"/>
        </pc:sldMasterMkLst>
        <pc:sldLayoutChg chg="del">
          <pc:chgData name="Edemacu Kennedy" userId="e778e2ad06e8c6e7" providerId="LiveId" clId="{4A7AD05A-C1FA-4F85-B9B0-195B5DFA4404}" dt="2022-03-01T09:11:59.705" v="1513" actId="700"/>
          <pc:sldLayoutMkLst>
            <pc:docMk/>
            <pc:sldMasterMk cId="935369234" sldId="2147483726"/>
            <pc:sldLayoutMk cId="741230951" sldId="2147483727"/>
          </pc:sldLayoutMkLst>
        </pc:sldLayoutChg>
        <pc:sldLayoutChg chg="del">
          <pc:chgData name="Edemacu Kennedy" userId="e778e2ad06e8c6e7" providerId="LiveId" clId="{4A7AD05A-C1FA-4F85-B9B0-195B5DFA4404}" dt="2022-03-01T09:11:59.705" v="1513" actId="700"/>
          <pc:sldLayoutMkLst>
            <pc:docMk/>
            <pc:sldMasterMk cId="935369234" sldId="2147483726"/>
            <pc:sldLayoutMk cId="3176092798" sldId="2147483728"/>
          </pc:sldLayoutMkLst>
        </pc:sldLayoutChg>
        <pc:sldLayoutChg chg="del">
          <pc:chgData name="Edemacu Kennedy" userId="e778e2ad06e8c6e7" providerId="LiveId" clId="{4A7AD05A-C1FA-4F85-B9B0-195B5DFA4404}" dt="2022-03-01T09:11:59.705" v="1513" actId="700"/>
          <pc:sldLayoutMkLst>
            <pc:docMk/>
            <pc:sldMasterMk cId="935369234" sldId="2147483726"/>
            <pc:sldLayoutMk cId="3296769342" sldId="2147483729"/>
          </pc:sldLayoutMkLst>
        </pc:sldLayoutChg>
      </pc:sldMasterChg>
      <pc:sldMasterChg chg="del delSldLayout">
        <pc:chgData name="Edemacu Kennedy" userId="e778e2ad06e8c6e7" providerId="LiveId" clId="{4A7AD05A-C1FA-4F85-B9B0-195B5DFA4404}" dt="2022-03-01T08:19:22.655" v="612" actId="700"/>
        <pc:sldMasterMkLst>
          <pc:docMk/>
          <pc:sldMasterMk cId="1013983748" sldId="2147483726"/>
        </pc:sldMasterMkLst>
        <pc:sldLayoutChg chg="del">
          <pc:chgData name="Edemacu Kennedy" userId="e778e2ad06e8c6e7" providerId="LiveId" clId="{4A7AD05A-C1FA-4F85-B9B0-195B5DFA4404}" dt="2022-03-01T08:19:22.655" v="612" actId="700"/>
          <pc:sldLayoutMkLst>
            <pc:docMk/>
            <pc:sldMasterMk cId="1013983748" sldId="2147483726"/>
            <pc:sldLayoutMk cId="4013002948" sldId="2147483727"/>
          </pc:sldLayoutMkLst>
        </pc:sldLayoutChg>
        <pc:sldLayoutChg chg="del">
          <pc:chgData name="Edemacu Kennedy" userId="e778e2ad06e8c6e7" providerId="LiveId" clId="{4A7AD05A-C1FA-4F85-B9B0-195B5DFA4404}" dt="2022-03-01T08:19:22.655" v="612" actId="700"/>
          <pc:sldLayoutMkLst>
            <pc:docMk/>
            <pc:sldMasterMk cId="1013983748" sldId="2147483726"/>
            <pc:sldLayoutMk cId="2766533254" sldId="2147483728"/>
          </pc:sldLayoutMkLst>
        </pc:sldLayoutChg>
        <pc:sldLayoutChg chg="del">
          <pc:chgData name="Edemacu Kennedy" userId="e778e2ad06e8c6e7" providerId="LiveId" clId="{4A7AD05A-C1FA-4F85-B9B0-195B5DFA4404}" dt="2022-03-01T08:19:22.655" v="612" actId="700"/>
          <pc:sldLayoutMkLst>
            <pc:docMk/>
            <pc:sldMasterMk cId="1013983748" sldId="2147483726"/>
            <pc:sldLayoutMk cId="2818815742" sldId="2147483729"/>
          </pc:sldLayoutMkLst>
        </pc:sldLayoutChg>
      </pc:sldMasterChg>
      <pc:sldMasterChg chg="del delSldLayout">
        <pc:chgData name="Edemacu Kennedy" userId="e778e2ad06e8c6e7" providerId="LiveId" clId="{4A7AD05A-C1FA-4F85-B9B0-195B5DFA4404}" dt="2022-03-01T09:54:40.094" v="2147" actId="700"/>
        <pc:sldMasterMkLst>
          <pc:docMk/>
          <pc:sldMasterMk cId="1351025701" sldId="2147483726"/>
        </pc:sldMasterMkLst>
        <pc:sldLayoutChg chg="del">
          <pc:chgData name="Edemacu Kennedy" userId="e778e2ad06e8c6e7" providerId="LiveId" clId="{4A7AD05A-C1FA-4F85-B9B0-195B5DFA4404}" dt="2022-03-01T09:54:40.094" v="2147" actId="700"/>
          <pc:sldLayoutMkLst>
            <pc:docMk/>
            <pc:sldMasterMk cId="1351025701" sldId="2147483726"/>
            <pc:sldLayoutMk cId="2184319893" sldId="2147483727"/>
          </pc:sldLayoutMkLst>
        </pc:sldLayoutChg>
        <pc:sldLayoutChg chg="del">
          <pc:chgData name="Edemacu Kennedy" userId="e778e2ad06e8c6e7" providerId="LiveId" clId="{4A7AD05A-C1FA-4F85-B9B0-195B5DFA4404}" dt="2022-03-01T09:54:40.094" v="2147" actId="700"/>
          <pc:sldLayoutMkLst>
            <pc:docMk/>
            <pc:sldMasterMk cId="1351025701" sldId="2147483726"/>
            <pc:sldLayoutMk cId="253481740" sldId="2147483728"/>
          </pc:sldLayoutMkLst>
        </pc:sldLayoutChg>
        <pc:sldLayoutChg chg="del">
          <pc:chgData name="Edemacu Kennedy" userId="e778e2ad06e8c6e7" providerId="LiveId" clId="{4A7AD05A-C1FA-4F85-B9B0-195B5DFA4404}" dt="2022-03-01T09:54:40.094" v="2147" actId="700"/>
          <pc:sldLayoutMkLst>
            <pc:docMk/>
            <pc:sldMasterMk cId="1351025701" sldId="2147483726"/>
            <pc:sldLayoutMk cId="526735770" sldId="2147483729"/>
          </pc:sldLayoutMkLst>
        </pc:sldLayoutChg>
      </pc:sldMasterChg>
      <pc:sldMasterChg chg="del delSldLayout">
        <pc:chgData name="Edemacu Kennedy" userId="e778e2ad06e8c6e7" providerId="LiveId" clId="{4A7AD05A-C1FA-4F85-B9B0-195B5DFA4404}" dt="2022-03-01T08:56:22.015" v="1331" actId="700"/>
        <pc:sldMasterMkLst>
          <pc:docMk/>
          <pc:sldMasterMk cId="1403139065" sldId="2147483726"/>
        </pc:sldMasterMkLst>
        <pc:sldLayoutChg chg="del">
          <pc:chgData name="Edemacu Kennedy" userId="e778e2ad06e8c6e7" providerId="LiveId" clId="{4A7AD05A-C1FA-4F85-B9B0-195B5DFA4404}" dt="2022-03-01T08:56:22.015" v="1331" actId="700"/>
          <pc:sldLayoutMkLst>
            <pc:docMk/>
            <pc:sldMasterMk cId="1403139065" sldId="2147483726"/>
            <pc:sldLayoutMk cId="3526937783" sldId="2147483727"/>
          </pc:sldLayoutMkLst>
        </pc:sldLayoutChg>
        <pc:sldLayoutChg chg="del">
          <pc:chgData name="Edemacu Kennedy" userId="e778e2ad06e8c6e7" providerId="LiveId" clId="{4A7AD05A-C1FA-4F85-B9B0-195B5DFA4404}" dt="2022-03-01T08:56:22.015" v="1331" actId="700"/>
          <pc:sldLayoutMkLst>
            <pc:docMk/>
            <pc:sldMasterMk cId="1403139065" sldId="2147483726"/>
            <pc:sldLayoutMk cId="1597565762" sldId="2147483728"/>
          </pc:sldLayoutMkLst>
        </pc:sldLayoutChg>
        <pc:sldLayoutChg chg="del">
          <pc:chgData name="Edemacu Kennedy" userId="e778e2ad06e8c6e7" providerId="LiveId" clId="{4A7AD05A-C1FA-4F85-B9B0-195B5DFA4404}" dt="2022-03-01T08:56:22.015" v="1331" actId="700"/>
          <pc:sldLayoutMkLst>
            <pc:docMk/>
            <pc:sldMasterMk cId="1403139065" sldId="2147483726"/>
            <pc:sldLayoutMk cId="1241146471" sldId="2147483729"/>
          </pc:sldLayoutMkLst>
        </pc:sldLayoutChg>
      </pc:sldMasterChg>
      <pc:sldMasterChg chg="del delSldLayout">
        <pc:chgData name="Edemacu Kennedy" userId="e778e2ad06e8c6e7" providerId="LiveId" clId="{4A7AD05A-C1FA-4F85-B9B0-195B5DFA4404}" dt="2022-03-01T08:10:35.207" v="538" actId="700"/>
        <pc:sldMasterMkLst>
          <pc:docMk/>
          <pc:sldMasterMk cId="1461322975" sldId="2147483726"/>
        </pc:sldMasterMkLst>
        <pc:sldLayoutChg chg="del">
          <pc:chgData name="Edemacu Kennedy" userId="e778e2ad06e8c6e7" providerId="LiveId" clId="{4A7AD05A-C1FA-4F85-B9B0-195B5DFA4404}" dt="2022-03-01T08:10:35.207" v="538" actId="700"/>
          <pc:sldLayoutMkLst>
            <pc:docMk/>
            <pc:sldMasterMk cId="1461322975" sldId="2147483726"/>
            <pc:sldLayoutMk cId="208484002" sldId="2147483727"/>
          </pc:sldLayoutMkLst>
        </pc:sldLayoutChg>
        <pc:sldLayoutChg chg="del">
          <pc:chgData name="Edemacu Kennedy" userId="e778e2ad06e8c6e7" providerId="LiveId" clId="{4A7AD05A-C1FA-4F85-B9B0-195B5DFA4404}" dt="2022-03-01T08:10:35.207" v="538" actId="700"/>
          <pc:sldLayoutMkLst>
            <pc:docMk/>
            <pc:sldMasterMk cId="1461322975" sldId="2147483726"/>
            <pc:sldLayoutMk cId="836621580" sldId="2147483728"/>
          </pc:sldLayoutMkLst>
        </pc:sldLayoutChg>
        <pc:sldLayoutChg chg="del">
          <pc:chgData name="Edemacu Kennedy" userId="e778e2ad06e8c6e7" providerId="LiveId" clId="{4A7AD05A-C1FA-4F85-B9B0-195B5DFA4404}" dt="2022-03-01T08:10:35.207" v="538" actId="700"/>
          <pc:sldLayoutMkLst>
            <pc:docMk/>
            <pc:sldMasterMk cId="1461322975" sldId="2147483726"/>
            <pc:sldLayoutMk cId="2121276634" sldId="2147483729"/>
          </pc:sldLayoutMkLst>
        </pc:sldLayoutChg>
      </pc:sldMasterChg>
      <pc:sldMasterChg chg="del delSldLayout">
        <pc:chgData name="Edemacu Kennedy" userId="e778e2ad06e8c6e7" providerId="LiveId" clId="{4A7AD05A-C1FA-4F85-B9B0-195B5DFA4404}" dt="2022-03-01T09:44:15.300" v="2081" actId="700"/>
        <pc:sldMasterMkLst>
          <pc:docMk/>
          <pc:sldMasterMk cId="1549753409" sldId="2147483726"/>
        </pc:sldMasterMkLst>
        <pc:sldLayoutChg chg="del">
          <pc:chgData name="Edemacu Kennedy" userId="e778e2ad06e8c6e7" providerId="LiveId" clId="{4A7AD05A-C1FA-4F85-B9B0-195B5DFA4404}" dt="2022-03-01T09:44:15.300" v="2081" actId="700"/>
          <pc:sldLayoutMkLst>
            <pc:docMk/>
            <pc:sldMasterMk cId="1549753409" sldId="2147483726"/>
            <pc:sldLayoutMk cId="1830343349" sldId="2147483727"/>
          </pc:sldLayoutMkLst>
        </pc:sldLayoutChg>
        <pc:sldLayoutChg chg="del">
          <pc:chgData name="Edemacu Kennedy" userId="e778e2ad06e8c6e7" providerId="LiveId" clId="{4A7AD05A-C1FA-4F85-B9B0-195B5DFA4404}" dt="2022-03-01T09:44:15.300" v="2081" actId="700"/>
          <pc:sldLayoutMkLst>
            <pc:docMk/>
            <pc:sldMasterMk cId="1549753409" sldId="2147483726"/>
            <pc:sldLayoutMk cId="3122452205" sldId="2147483728"/>
          </pc:sldLayoutMkLst>
        </pc:sldLayoutChg>
        <pc:sldLayoutChg chg="del">
          <pc:chgData name="Edemacu Kennedy" userId="e778e2ad06e8c6e7" providerId="LiveId" clId="{4A7AD05A-C1FA-4F85-B9B0-195B5DFA4404}" dt="2022-03-01T09:44:15.300" v="2081" actId="700"/>
          <pc:sldLayoutMkLst>
            <pc:docMk/>
            <pc:sldMasterMk cId="1549753409" sldId="2147483726"/>
            <pc:sldLayoutMk cId="3904845358" sldId="2147483729"/>
          </pc:sldLayoutMkLst>
        </pc:sldLayoutChg>
      </pc:sldMasterChg>
      <pc:sldMasterChg chg="del delSldLayout">
        <pc:chgData name="Edemacu Kennedy" userId="e778e2ad06e8c6e7" providerId="LiveId" clId="{4A7AD05A-C1FA-4F85-B9B0-195B5DFA4404}" dt="2022-03-01T09:26:50.441" v="1616" actId="700"/>
        <pc:sldMasterMkLst>
          <pc:docMk/>
          <pc:sldMasterMk cId="1794395351" sldId="2147483726"/>
        </pc:sldMasterMkLst>
        <pc:sldLayoutChg chg="del">
          <pc:chgData name="Edemacu Kennedy" userId="e778e2ad06e8c6e7" providerId="LiveId" clId="{4A7AD05A-C1FA-4F85-B9B0-195B5DFA4404}" dt="2022-03-01T09:26:50.441" v="1616" actId="700"/>
          <pc:sldLayoutMkLst>
            <pc:docMk/>
            <pc:sldMasterMk cId="1794395351" sldId="2147483726"/>
            <pc:sldLayoutMk cId="2465351198" sldId="2147483727"/>
          </pc:sldLayoutMkLst>
        </pc:sldLayoutChg>
        <pc:sldLayoutChg chg="del">
          <pc:chgData name="Edemacu Kennedy" userId="e778e2ad06e8c6e7" providerId="LiveId" clId="{4A7AD05A-C1FA-4F85-B9B0-195B5DFA4404}" dt="2022-03-01T09:26:50.441" v="1616" actId="700"/>
          <pc:sldLayoutMkLst>
            <pc:docMk/>
            <pc:sldMasterMk cId="1794395351" sldId="2147483726"/>
            <pc:sldLayoutMk cId="392251551" sldId="2147483728"/>
          </pc:sldLayoutMkLst>
        </pc:sldLayoutChg>
        <pc:sldLayoutChg chg="del">
          <pc:chgData name="Edemacu Kennedy" userId="e778e2ad06e8c6e7" providerId="LiveId" clId="{4A7AD05A-C1FA-4F85-B9B0-195B5DFA4404}" dt="2022-03-01T09:26:50.441" v="1616" actId="700"/>
          <pc:sldLayoutMkLst>
            <pc:docMk/>
            <pc:sldMasterMk cId="1794395351" sldId="2147483726"/>
            <pc:sldLayoutMk cId="3949844964" sldId="2147483729"/>
          </pc:sldLayoutMkLst>
        </pc:sldLayoutChg>
      </pc:sldMasterChg>
      <pc:sldMasterChg chg="del delSldLayout">
        <pc:chgData name="Edemacu Kennedy" userId="e778e2ad06e8c6e7" providerId="LiveId" clId="{4A7AD05A-C1FA-4F85-B9B0-195B5DFA4404}" dt="2022-03-01T07:28:58.456" v="4" actId="700"/>
        <pc:sldMasterMkLst>
          <pc:docMk/>
          <pc:sldMasterMk cId="1857710416" sldId="2147483726"/>
        </pc:sldMasterMkLst>
        <pc:sldLayoutChg chg="del">
          <pc:chgData name="Edemacu Kennedy" userId="e778e2ad06e8c6e7" providerId="LiveId" clId="{4A7AD05A-C1FA-4F85-B9B0-195B5DFA4404}" dt="2022-03-01T07:28:58.456" v="4" actId="700"/>
          <pc:sldLayoutMkLst>
            <pc:docMk/>
            <pc:sldMasterMk cId="1857710416" sldId="2147483726"/>
            <pc:sldLayoutMk cId="178427838" sldId="2147483727"/>
          </pc:sldLayoutMkLst>
        </pc:sldLayoutChg>
        <pc:sldLayoutChg chg="del">
          <pc:chgData name="Edemacu Kennedy" userId="e778e2ad06e8c6e7" providerId="LiveId" clId="{4A7AD05A-C1FA-4F85-B9B0-195B5DFA4404}" dt="2022-03-01T07:28:58.456" v="4" actId="700"/>
          <pc:sldLayoutMkLst>
            <pc:docMk/>
            <pc:sldMasterMk cId="1857710416" sldId="2147483726"/>
            <pc:sldLayoutMk cId="3569259190" sldId="2147483728"/>
          </pc:sldLayoutMkLst>
        </pc:sldLayoutChg>
        <pc:sldLayoutChg chg="del">
          <pc:chgData name="Edemacu Kennedy" userId="e778e2ad06e8c6e7" providerId="LiveId" clId="{4A7AD05A-C1FA-4F85-B9B0-195B5DFA4404}" dt="2022-03-01T07:28:58.456" v="4" actId="700"/>
          <pc:sldLayoutMkLst>
            <pc:docMk/>
            <pc:sldMasterMk cId="1857710416" sldId="2147483726"/>
            <pc:sldLayoutMk cId="3138227270" sldId="2147483729"/>
          </pc:sldLayoutMkLst>
        </pc:sldLayoutChg>
      </pc:sldMasterChg>
      <pc:sldMasterChg chg="del delSldLayout">
        <pc:chgData name="Edemacu Kennedy" userId="e778e2ad06e8c6e7" providerId="LiveId" clId="{4A7AD05A-C1FA-4F85-B9B0-195B5DFA4404}" dt="2022-03-01T09:22:40.171" v="1545" actId="700"/>
        <pc:sldMasterMkLst>
          <pc:docMk/>
          <pc:sldMasterMk cId="2212179585" sldId="2147483726"/>
        </pc:sldMasterMkLst>
        <pc:sldLayoutChg chg="del">
          <pc:chgData name="Edemacu Kennedy" userId="e778e2ad06e8c6e7" providerId="LiveId" clId="{4A7AD05A-C1FA-4F85-B9B0-195B5DFA4404}" dt="2022-03-01T09:22:40.171" v="1545" actId="700"/>
          <pc:sldLayoutMkLst>
            <pc:docMk/>
            <pc:sldMasterMk cId="2212179585" sldId="2147483726"/>
            <pc:sldLayoutMk cId="2169187032" sldId="2147483727"/>
          </pc:sldLayoutMkLst>
        </pc:sldLayoutChg>
        <pc:sldLayoutChg chg="del">
          <pc:chgData name="Edemacu Kennedy" userId="e778e2ad06e8c6e7" providerId="LiveId" clId="{4A7AD05A-C1FA-4F85-B9B0-195B5DFA4404}" dt="2022-03-01T09:22:40.171" v="1545" actId="700"/>
          <pc:sldLayoutMkLst>
            <pc:docMk/>
            <pc:sldMasterMk cId="2212179585" sldId="2147483726"/>
            <pc:sldLayoutMk cId="3772658870" sldId="2147483728"/>
          </pc:sldLayoutMkLst>
        </pc:sldLayoutChg>
        <pc:sldLayoutChg chg="del">
          <pc:chgData name="Edemacu Kennedy" userId="e778e2ad06e8c6e7" providerId="LiveId" clId="{4A7AD05A-C1FA-4F85-B9B0-195B5DFA4404}" dt="2022-03-01T09:22:40.171" v="1545" actId="700"/>
          <pc:sldLayoutMkLst>
            <pc:docMk/>
            <pc:sldMasterMk cId="2212179585" sldId="2147483726"/>
            <pc:sldLayoutMk cId="1706228785" sldId="2147483729"/>
          </pc:sldLayoutMkLst>
        </pc:sldLayoutChg>
      </pc:sldMasterChg>
      <pc:sldMasterChg chg="del delSldLayout">
        <pc:chgData name="Edemacu Kennedy" userId="e778e2ad06e8c6e7" providerId="LiveId" clId="{4A7AD05A-C1FA-4F85-B9B0-195B5DFA4404}" dt="2022-03-01T08:53:00.043" v="1254" actId="700"/>
        <pc:sldMasterMkLst>
          <pc:docMk/>
          <pc:sldMasterMk cId="2425217235" sldId="2147483726"/>
        </pc:sldMasterMkLst>
        <pc:sldLayoutChg chg="del">
          <pc:chgData name="Edemacu Kennedy" userId="e778e2ad06e8c6e7" providerId="LiveId" clId="{4A7AD05A-C1FA-4F85-B9B0-195B5DFA4404}" dt="2022-03-01T08:53:00.043" v="1254" actId="700"/>
          <pc:sldLayoutMkLst>
            <pc:docMk/>
            <pc:sldMasterMk cId="2425217235" sldId="2147483726"/>
            <pc:sldLayoutMk cId="3425507098" sldId="2147483727"/>
          </pc:sldLayoutMkLst>
        </pc:sldLayoutChg>
        <pc:sldLayoutChg chg="del">
          <pc:chgData name="Edemacu Kennedy" userId="e778e2ad06e8c6e7" providerId="LiveId" clId="{4A7AD05A-C1FA-4F85-B9B0-195B5DFA4404}" dt="2022-03-01T08:53:00.043" v="1254" actId="700"/>
          <pc:sldLayoutMkLst>
            <pc:docMk/>
            <pc:sldMasterMk cId="2425217235" sldId="2147483726"/>
            <pc:sldLayoutMk cId="669738398" sldId="2147483728"/>
          </pc:sldLayoutMkLst>
        </pc:sldLayoutChg>
        <pc:sldLayoutChg chg="del">
          <pc:chgData name="Edemacu Kennedy" userId="e778e2ad06e8c6e7" providerId="LiveId" clId="{4A7AD05A-C1FA-4F85-B9B0-195B5DFA4404}" dt="2022-03-01T08:53:00.043" v="1254" actId="700"/>
          <pc:sldLayoutMkLst>
            <pc:docMk/>
            <pc:sldMasterMk cId="2425217235" sldId="2147483726"/>
            <pc:sldLayoutMk cId="990914577" sldId="2147483729"/>
          </pc:sldLayoutMkLst>
        </pc:sldLayoutChg>
      </pc:sldMasterChg>
      <pc:sldMasterChg chg="del delSldLayout">
        <pc:chgData name="Edemacu Kennedy" userId="e778e2ad06e8c6e7" providerId="LiveId" clId="{4A7AD05A-C1FA-4F85-B9B0-195B5DFA4404}" dt="2022-03-01T09:24:19.350" v="1578" actId="700"/>
        <pc:sldMasterMkLst>
          <pc:docMk/>
          <pc:sldMasterMk cId="2504139636" sldId="2147483726"/>
        </pc:sldMasterMkLst>
        <pc:sldLayoutChg chg="del">
          <pc:chgData name="Edemacu Kennedy" userId="e778e2ad06e8c6e7" providerId="LiveId" clId="{4A7AD05A-C1FA-4F85-B9B0-195B5DFA4404}" dt="2022-03-01T09:24:19.350" v="1578" actId="700"/>
          <pc:sldLayoutMkLst>
            <pc:docMk/>
            <pc:sldMasterMk cId="2504139636" sldId="2147483726"/>
            <pc:sldLayoutMk cId="1315979694" sldId="2147483727"/>
          </pc:sldLayoutMkLst>
        </pc:sldLayoutChg>
        <pc:sldLayoutChg chg="del">
          <pc:chgData name="Edemacu Kennedy" userId="e778e2ad06e8c6e7" providerId="LiveId" clId="{4A7AD05A-C1FA-4F85-B9B0-195B5DFA4404}" dt="2022-03-01T09:24:19.350" v="1578" actId="700"/>
          <pc:sldLayoutMkLst>
            <pc:docMk/>
            <pc:sldMasterMk cId="2504139636" sldId="2147483726"/>
            <pc:sldLayoutMk cId="33792637" sldId="2147483728"/>
          </pc:sldLayoutMkLst>
        </pc:sldLayoutChg>
        <pc:sldLayoutChg chg="del">
          <pc:chgData name="Edemacu Kennedy" userId="e778e2ad06e8c6e7" providerId="LiveId" clId="{4A7AD05A-C1FA-4F85-B9B0-195B5DFA4404}" dt="2022-03-01T09:24:19.350" v="1578" actId="700"/>
          <pc:sldLayoutMkLst>
            <pc:docMk/>
            <pc:sldMasterMk cId="2504139636" sldId="2147483726"/>
            <pc:sldLayoutMk cId="261184667" sldId="2147483729"/>
          </pc:sldLayoutMkLst>
        </pc:sldLayoutChg>
      </pc:sldMasterChg>
      <pc:sldMasterChg chg="del delSldLayout">
        <pc:chgData name="Edemacu Kennedy" userId="e778e2ad06e8c6e7" providerId="LiveId" clId="{4A7AD05A-C1FA-4F85-B9B0-195B5DFA4404}" dt="2022-03-01T09:03:50.676" v="1471" actId="700"/>
        <pc:sldMasterMkLst>
          <pc:docMk/>
          <pc:sldMasterMk cId="2539829844" sldId="2147483726"/>
        </pc:sldMasterMkLst>
        <pc:sldLayoutChg chg="del">
          <pc:chgData name="Edemacu Kennedy" userId="e778e2ad06e8c6e7" providerId="LiveId" clId="{4A7AD05A-C1FA-4F85-B9B0-195B5DFA4404}" dt="2022-03-01T09:03:50.676" v="1471" actId="700"/>
          <pc:sldLayoutMkLst>
            <pc:docMk/>
            <pc:sldMasterMk cId="2539829844" sldId="2147483726"/>
            <pc:sldLayoutMk cId="2139076038" sldId="2147483727"/>
          </pc:sldLayoutMkLst>
        </pc:sldLayoutChg>
        <pc:sldLayoutChg chg="del">
          <pc:chgData name="Edemacu Kennedy" userId="e778e2ad06e8c6e7" providerId="LiveId" clId="{4A7AD05A-C1FA-4F85-B9B0-195B5DFA4404}" dt="2022-03-01T09:03:50.676" v="1471" actId="700"/>
          <pc:sldLayoutMkLst>
            <pc:docMk/>
            <pc:sldMasterMk cId="2539829844" sldId="2147483726"/>
            <pc:sldLayoutMk cId="111208879" sldId="2147483728"/>
          </pc:sldLayoutMkLst>
        </pc:sldLayoutChg>
        <pc:sldLayoutChg chg="del">
          <pc:chgData name="Edemacu Kennedy" userId="e778e2ad06e8c6e7" providerId="LiveId" clId="{4A7AD05A-C1FA-4F85-B9B0-195B5DFA4404}" dt="2022-03-01T09:03:50.676" v="1471" actId="700"/>
          <pc:sldLayoutMkLst>
            <pc:docMk/>
            <pc:sldMasterMk cId="2539829844" sldId="2147483726"/>
            <pc:sldLayoutMk cId="2984296859" sldId="2147483729"/>
          </pc:sldLayoutMkLst>
        </pc:sldLayoutChg>
      </pc:sldMasterChg>
      <pc:sldMasterChg chg="del delSldLayout">
        <pc:chgData name="Edemacu Kennedy" userId="e778e2ad06e8c6e7" providerId="LiveId" clId="{4A7AD05A-C1FA-4F85-B9B0-195B5DFA4404}" dt="2022-03-01T08:34:29.041" v="872" actId="700"/>
        <pc:sldMasterMkLst>
          <pc:docMk/>
          <pc:sldMasterMk cId="2734201424" sldId="2147483726"/>
        </pc:sldMasterMkLst>
        <pc:sldLayoutChg chg="del">
          <pc:chgData name="Edemacu Kennedy" userId="e778e2ad06e8c6e7" providerId="LiveId" clId="{4A7AD05A-C1FA-4F85-B9B0-195B5DFA4404}" dt="2022-03-01T08:34:29.041" v="872" actId="700"/>
          <pc:sldLayoutMkLst>
            <pc:docMk/>
            <pc:sldMasterMk cId="2734201424" sldId="2147483726"/>
            <pc:sldLayoutMk cId="696031744" sldId="2147483727"/>
          </pc:sldLayoutMkLst>
        </pc:sldLayoutChg>
        <pc:sldLayoutChg chg="del">
          <pc:chgData name="Edemacu Kennedy" userId="e778e2ad06e8c6e7" providerId="LiveId" clId="{4A7AD05A-C1FA-4F85-B9B0-195B5DFA4404}" dt="2022-03-01T08:34:29.041" v="872" actId="700"/>
          <pc:sldLayoutMkLst>
            <pc:docMk/>
            <pc:sldMasterMk cId="2734201424" sldId="2147483726"/>
            <pc:sldLayoutMk cId="921519890" sldId="2147483728"/>
          </pc:sldLayoutMkLst>
        </pc:sldLayoutChg>
        <pc:sldLayoutChg chg="del">
          <pc:chgData name="Edemacu Kennedy" userId="e778e2ad06e8c6e7" providerId="LiveId" clId="{4A7AD05A-C1FA-4F85-B9B0-195B5DFA4404}" dt="2022-03-01T08:34:29.041" v="872" actId="700"/>
          <pc:sldLayoutMkLst>
            <pc:docMk/>
            <pc:sldMasterMk cId="2734201424" sldId="2147483726"/>
            <pc:sldLayoutMk cId="1708946798" sldId="2147483729"/>
          </pc:sldLayoutMkLst>
        </pc:sldLayoutChg>
      </pc:sldMasterChg>
      <pc:sldMasterChg chg="del delSldLayout">
        <pc:chgData name="Edemacu Kennedy" userId="e778e2ad06e8c6e7" providerId="LiveId" clId="{4A7AD05A-C1FA-4F85-B9B0-195B5DFA4404}" dt="2022-03-01T08:43:13.126" v="1082" actId="700"/>
        <pc:sldMasterMkLst>
          <pc:docMk/>
          <pc:sldMasterMk cId="3101948672" sldId="2147483726"/>
        </pc:sldMasterMkLst>
        <pc:sldLayoutChg chg="del">
          <pc:chgData name="Edemacu Kennedy" userId="e778e2ad06e8c6e7" providerId="LiveId" clId="{4A7AD05A-C1FA-4F85-B9B0-195B5DFA4404}" dt="2022-03-01T08:43:13.126" v="1082" actId="700"/>
          <pc:sldLayoutMkLst>
            <pc:docMk/>
            <pc:sldMasterMk cId="3101948672" sldId="2147483726"/>
            <pc:sldLayoutMk cId="3740878589" sldId="2147483727"/>
          </pc:sldLayoutMkLst>
        </pc:sldLayoutChg>
        <pc:sldLayoutChg chg="del">
          <pc:chgData name="Edemacu Kennedy" userId="e778e2ad06e8c6e7" providerId="LiveId" clId="{4A7AD05A-C1FA-4F85-B9B0-195B5DFA4404}" dt="2022-03-01T08:43:13.126" v="1082" actId="700"/>
          <pc:sldLayoutMkLst>
            <pc:docMk/>
            <pc:sldMasterMk cId="3101948672" sldId="2147483726"/>
            <pc:sldLayoutMk cId="1424508684" sldId="2147483728"/>
          </pc:sldLayoutMkLst>
        </pc:sldLayoutChg>
        <pc:sldLayoutChg chg="del">
          <pc:chgData name="Edemacu Kennedy" userId="e778e2ad06e8c6e7" providerId="LiveId" clId="{4A7AD05A-C1FA-4F85-B9B0-195B5DFA4404}" dt="2022-03-01T08:43:13.126" v="1082" actId="700"/>
          <pc:sldLayoutMkLst>
            <pc:docMk/>
            <pc:sldMasterMk cId="3101948672" sldId="2147483726"/>
            <pc:sldLayoutMk cId="4216972648" sldId="2147483729"/>
          </pc:sldLayoutMkLst>
        </pc:sldLayoutChg>
      </pc:sldMasterChg>
      <pc:sldMasterChg chg="del delSldLayout">
        <pc:chgData name="Edemacu Kennedy" userId="e778e2ad06e8c6e7" providerId="LiveId" clId="{4A7AD05A-C1FA-4F85-B9B0-195B5DFA4404}" dt="2022-03-01T09:57:53.226" v="2212" actId="700"/>
        <pc:sldMasterMkLst>
          <pc:docMk/>
          <pc:sldMasterMk cId="3334192925" sldId="2147483726"/>
        </pc:sldMasterMkLst>
        <pc:sldLayoutChg chg="del">
          <pc:chgData name="Edemacu Kennedy" userId="e778e2ad06e8c6e7" providerId="LiveId" clId="{4A7AD05A-C1FA-4F85-B9B0-195B5DFA4404}" dt="2022-03-01T09:57:53.226" v="2212" actId="700"/>
          <pc:sldLayoutMkLst>
            <pc:docMk/>
            <pc:sldMasterMk cId="3334192925" sldId="2147483726"/>
            <pc:sldLayoutMk cId="1185208975" sldId="2147483727"/>
          </pc:sldLayoutMkLst>
        </pc:sldLayoutChg>
        <pc:sldLayoutChg chg="del">
          <pc:chgData name="Edemacu Kennedy" userId="e778e2ad06e8c6e7" providerId="LiveId" clId="{4A7AD05A-C1FA-4F85-B9B0-195B5DFA4404}" dt="2022-03-01T09:57:53.226" v="2212" actId="700"/>
          <pc:sldLayoutMkLst>
            <pc:docMk/>
            <pc:sldMasterMk cId="3334192925" sldId="2147483726"/>
            <pc:sldLayoutMk cId="2846454769" sldId="2147483728"/>
          </pc:sldLayoutMkLst>
        </pc:sldLayoutChg>
        <pc:sldLayoutChg chg="del">
          <pc:chgData name="Edemacu Kennedy" userId="e778e2ad06e8c6e7" providerId="LiveId" clId="{4A7AD05A-C1FA-4F85-B9B0-195B5DFA4404}" dt="2022-03-01T09:57:53.226" v="2212" actId="700"/>
          <pc:sldLayoutMkLst>
            <pc:docMk/>
            <pc:sldMasterMk cId="3334192925" sldId="2147483726"/>
            <pc:sldLayoutMk cId="3105819009" sldId="2147483729"/>
          </pc:sldLayoutMkLst>
        </pc:sldLayoutChg>
      </pc:sldMasterChg>
      <pc:sldMasterChg chg="del delSldLayout">
        <pc:chgData name="Edemacu Kennedy" userId="e778e2ad06e8c6e7" providerId="LiveId" clId="{4A7AD05A-C1FA-4F85-B9B0-195B5DFA4404}" dt="2022-03-01T09:48:37.212" v="2138" actId="700"/>
        <pc:sldMasterMkLst>
          <pc:docMk/>
          <pc:sldMasterMk cId="3354261769" sldId="2147483726"/>
        </pc:sldMasterMkLst>
        <pc:sldLayoutChg chg="del">
          <pc:chgData name="Edemacu Kennedy" userId="e778e2ad06e8c6e7" providerId="LiveId" clId="{4A7AD05A-C1FA-4F85-B9B0-195B5DFA4404}" dt="2022-03-01T09:48:37.212" v="2138" actId="700"/>
          <pc:sldLayoutMkLst>
            <pc:docMk/>
            <pc:sldMasterMk cId="3354261769" sldId="2147483726"/>
            <pc:sldLayoutMk cId="3889894801" sldId="2147483727"/>
          </pc:sldLayoutMkLst>
        </pc:sldLayoutChg>
        <pc:sldLayoutChg chg="del">
          <pc:chgData name="Edemacu Kennedy" userId="e778e2ad06e8c6e7" providerId="LiveId" clId="{4A7AD05A-C1FA-4F85-B9B0-195B5DFA4404}" dt="2022-03-01T09:48:37.212" v="2138" actId="700"/>
          <pc:sldLayoutMkLst>
            <pc:docMk/>
            <pc:sldMasterMk cId="3354261769" sldId="2147483726"/>
            <pc:sldLayoutMk cId="2781560462" sldId="2147483728"/>
          </pc:sldLayoutMkLst>
        </pc:sldLayoutChg>
        <pc:sldLayoutChg chg="del">
          <pc:chgData name="Edemacu Kennedy" userId="e778e2ad06e8c6e7" providerId="LiveId" clId="{4A7AD05A-C1FA-4F85-B9B0-195B5DFA4404}" dt="2022-03-01T09:48:37.212" v="2138" actId="700"/>
          <pc:sldLayoutMkLst>
            <pc:docMk/>
            <pc:sldMasterMk cId="3354261769" sldId="2147483726"/>
            <pc:sldLayoutMk cId="2995789176" sldId="2147483729"/>
          </pc:sldLayoutMkLst>
        </pc:sldLayoutChg>
      </pc:sldMasterChg>
      <pc:sldMasterChg chg="del delSldLayout">
        <pc:chgData name="Edemacu Kennedy" userId="e778e2ad06e8c6e7" providerId="LiveId" clId="{4A7AD05A-C1FA-4F85-B9B0-195B5DFA4404}" dt="2022-03-01T08:41:42.017" v="1078" actId="700"/>
        <pc:sldMasterMkLst>
          <pc:docMk/>
          <pc:sldMasterMk cId="3763881683" sldId="2147483726"/>
        </pc:sldMasterMkLst>
        <pc:sldLayoutChg chg="del">
          <pc:chgData name="Edemacu Kennedy" userId="e778e2ad06e8c6e7" providerId="LiveId" clId="{4A7AD05A-C1FA-4F85-B9B0-195B5DFA4404}" dt="2022-03-01T08:41:42.017" v="1078" actId="700"/>
          <pc:sldLayoutMkLst>
            <pc:docMk/>
            <pc:sldMasterMk cId="3763881683" sldId="2147483726"/>
            <pc:sldLayoutMk cId="3041406498" sldId="2147483727"/>
          </pc:sldLayoutMkLst>
        </pc:sldLayoutChg>
        <pc:sldLayoutChg chg="del">
          <pc:chgData name="Edemacu Kennedy" userId="e778e2ad06e8c6e7" providerId="LiveId" clId="{4A7AD05A-C1FA-4F85-B9B0-195B5DFA4404}" dt="2022-03-01T08:41:42.017" v="1078" actId="700"/>
          <pc:sldLayoutMkLst>
            <pc:docMk/>
            <pc:sldMasterMk cId="3763881683" sldId="2147483726"/>
            <pc:sldLayoutMk cId="561374066" sldId="2147483728"/>
          </pc:sldLayoutMkLst>
        </pc:sldLayoutChg>
        <pc:sldLayoutChg chg="del">
          <pc:chgData name="Edemacu Kennedy" userId="e778e2ad06e8c6e7" providerId="LiveId" clId="{4A7AD05A-C1FA-4F85-B9B0-195B5DFA4404}" dt="2022-03-01T08:41:42.017" v="1078" actId="700"/>
          <pc:sldLayoutMkLst>
            <pc:docMk/>
            <pc:sldMasterMk cId="3763881683" sldId="2147483726"/>
            <pc:sldLayoutMk cId="1728442570" sldId="2147483729"/>
          </pc:sldLayoutMkLst>
        </pc:sldLayoutChg>
      </pc:sldMasterChg>
      <pc:sldMasterChg chg="del delSldLayout">
        <pc:chgData name="Edemacu Kennedy" userId="e778e2ad06e8c6e7" providerId="LiveId" clId="{4A7AD05A-C1FA-4F85-B9B0-195B5DFA4404}" dt="2022-03-01T09:47:08.382" v="2101" actId="700"/>
        <pc:sldMasterMkLst>
          <pc:docMk/>
          <pc:sldMasterMk cId="3977882781" sldId="2147483726"/>
        </pc:sldMasterMkLst>
        <pc:sldLayoutChg chg="del">
          <pc:chgData name="Edemacu Kennedy" userId="e778e2ad06e8c6e7" providerId="LiveId" clId="{4A7AD05A-C1FA-4F85-B9B0-195B5DFA4404}" dt="2022-03-01T09:47:08.382" v="2101" actId="700"/>
          <pc:sldLayoutMkLst>
            <pc:docMk/>
            <pc:sldMasterMk cId="3977882781" sldId="2147483726"/>
            <pc:sldLayoutMk cId="2760598490" sldId="2147483727"/>
          </pc:sldLayoutMkLst>
        </pc:sldLayoutChg>
        <pc:sldLayoutChg chg="del">
          <pc:chgData name="Edemacu Kennedy" userId="e778e2ad06e8c6e7" providerId="LiveId" clId="{4A7AD05A-C1FA-4F85-B9B0-195B5DFA4404}" dt="2022-03-01T09:47:08.382" v="2101" actId="700"/>
          <pc:sldLayoutMkLst>
            <pc:docMk/>
            <pc:sldMasterMk cId="3977882781" sldId="2147483726"/>
            <pc:sldLayoutMk cId="3254323756" sldId="2147483728"/>
          </pc:sldLayoutMkLst>
        </pc:sldLayoutChg>
        <pc:sldLayoutChg chg="del">
          <pc:chgData name="Edemacu Kennedy" userId="e778e2ad06e8c6e7" providerId="LiveId" clId="{4A7AD05A-C1FA-4F85-B9B0-195B5DFA4404}" dt="2022-03-01T09:47:08.382" v="2101" actId="700"/>
          <pc:sldLayoutMkLst>
            <pc:docMk/>
            <pc:sldMasterMk cId="3977882781" sldId="2147483726"/>
            <pc:sldLayoutMk cId="115673046" sldId="2147483729"/>
          </pc:sldLayoutMkLst>
        </pc:sldLayoutChg>
      </pc:sldMasterChg>
      <pc:sldMasterChg chg="del delSldLayout">
        <pc:chgData name="Edemacu Kennedy" userId="e778e2ad06e8c6e7" providerId="LiveId" clId="{4A7AD05A-C1FA-4F85-B9B0-195B5DFA4404}" dt="2022-03-01T08:03:54.704" v="172" actId="700"/>
        <pc:sldMasterMkLst>
          <pc:docMk/>
          <pc:sldMasterMk cId="3991905254" sldId="2147483726"/>
        </pc:sldMasterMkLst>
        <pc:sldLayoutChg chg="del">
          <pc:chgData name="Edemacu Kennedy" userId="e778e2ad06e8c6e7" providerId="LiveId" clId="{4A7AD05A-C1FA-4F85-B9B0-195B5DFA4404}" dt="2022-03-01T08:03:54.704" v="172" actId="700"/>
          <pc:sldLayoutMkLst>
            <pc:docMk/>
            <pc:sldMasterMk cId="3991905254" sldId="2147483726"/>
            <pc:sldLayoutMk cId="3330037089" sldId="2147483727"/>
          </pc:sldLayoutMkLst>
        </pc:sldLayoutChg>
        <pc:sldLayoutChg chg="del">
          <pc:chgData name="Edemacu Kennedy" userId="e778e2ad06e8c6e7" providerId="LiveId" clId="{4A7AD05A-C1FA-4F85-B9B0-195B5DFA4404}" dt="2022-03-01T08:03:54.704" v="172" actId="700"/>
          <pc:sldLayoutMkLst>
            <pc:docMk/>
            <pc:sldMasterMk cId="3991905254" sldId="2147483726"/>
            <pc:sldLayoutMk cId="2198358928" sldId="2147483728"/>
          </pc:sldLayoutMkLst>
        </pc:sldLayoutChg>
        <pc:sldLayoutChg chg="del">
          <pc:chgData name="Edemacu Kennedy" userId="e778e2ad06e8c6e7" providerId="LiveId" clId="{4A7AD05A-C1FA-4F85-B9B0-195B5DFA4404}" dt="2022-03-01T08:03:54.704" v="172" actId="700"/>
          <pc:sldLayoutMkLst>
            <pc:docMk/>
            <pc:sldMasterMk cId="3991905254" sldId="2147483726"/>
            <pc:sldLayoutMk cId="2663795618" sldId="2147483729"/>
          </pc:sldLayoutMkLst>
        </pc:sldLayoutChg>
      </pc:sldMasterChg>
      <pc:sldMasterChg chg="del delSldLayout">
        <pc:chgData name="Edemacu Kennedy" userId="e778e2ad06e8c6e7" providerId="LiveId" clId="{4A7AD05A-C1FA-4F85-B9B0-195B5DFA4404}" dt="2022-03-01T08:15:05.628" v="608" actId="700"/>
        <pc:sldMasterMkLst>
          <pc:docMk/>
          <pc:sldMasterMk cId="4063342170" sldId="2147483726"/>
        </pc:sldMasterMkLst>
        <pc:sldLayoutChg chg="del">
          <pc:chgData name="Edemacu Kennedy" userId="e778e2ad06e8c6e7" providerId="LiveId" clId="{4A7AD05A-C1FA-4F85-B9B0-195B5DFA4404}" dt="2022-03-01T08:15:05.628" v="608" actId="700"/>
          <pc:sldLayoutMkLst>
            <pc:docMk/>
            <pc:sldMasterMk cId="4063342170" sldId="2147483726"/>
            <pc:sldLayoutMk cId="64818349" sldId="2147483727"/>
          </pc:sldLayoutMkLst>
        </pc:sldLayoutChg>
        <pc:sldLayoutChg chg="del">
          <pc:chgData name="Edemacu Kennedy" userId="e778e2ad06e8c6e7" providerId="LiveId" clId="{4A7AD05A-C1FA-4F85-B9B0-195B5DFA4404}" dt="2022-03-01T08:15:05.628" v="608" actId="700"/>
          <pc:sldLayoutMkLst>
            <pc:docMk/>
            <pc:sldMasterMk cId="4063342170" sldId="2147483726"/>
            <pc:sldLayoutMk cId="2672636573" sldId="2147483728"/>
          </pc:sldLayoutMkLst>
        </pc:sldLayoutChg>
        <pc:sldLayoutChg chg="del">
          <pc:chgData name="Edemacu Kennedy" userId="e778e2ad06e8c6e7" providerId="LiveId" clId="{4A7AD05A-C1FA-4F85-B9B0-195B5DFA4404}" dt="2022-03-01T08:15:05.628" v="608" actId="700"/>
          <pc:sldLayoutMkLst>
            <pc:docMk/>
            <pc:sldMasterMk cId="4063342170" sldId="2147483726"/>
            <pc:sldLayoutMk cId="432733768" sldId="2147483729"/>
          </pc:sldLayoutMkLst>
        </pc:sldLayoutChg>
      </pc:sldMasterChg>
      <pc:sldMasterChg chg="del delSldLayout">
        <pc:chgData name="Edemacu Kennedy" userId="e778e2ad06e8c6e7" providerId="LiveId" clId="{4A7AD05A-C1FA-4F85-B9B0-195B5DFA4404}" dt="2022-03-01T09:53:37.352" v="2142" actId="700"/>
        <pc:sldMasterMkLst>
          <pc:docMk/>
          <pc:sldMasterMk cId="4099891726" sldId="2147483726"/>
        </pc:sldMasterMkLst>
        <pc:sldLayoutChg chg="del">
          <pc:chgData name="Edemacu Kennedy" userId="e778e2ad06e8c6e7" providerId="LiveId" clId="{4A7AD05A-C1FA-4F85-B9B0-195B5DFA4404}" dt="2022-03-01T09:53:37.352" v="2142" actId="700"/>
          <pc:sldLayoutMkLst>
            <pc:docMk/>
            <pc:sldMasterMk cId="4099891726" sldId="2147483726"/>
            <pc:sldLayoutMk cId="3694957995" sldId="2147483727"/>
          </pc:sldLayoutMkLst>
        </pc:sldLayoutChg>
        <pc:sldLayoutChg chg="del">
          <pc:chgData name="Edemacu Kennedy" userId="e778e2ad06e8c6e7" providerId="LiveId" clId="{4A7AD05A-C1FA-4F85-B9B0-195B5DFA4404}" dt="2022-03-01T09:53:37.352" v="2142" actId="700"/>
          <pc:sldLayoutMkLst>
            <pc:docMk/>
            <pc:sldMasterMk cId="4099891726" sldId="2147483726"/>
            <pc:sldLayoutMk cId="2699897001" sldId="2147483728"/>
          </pc:sldLayoutMkLst>
        </pc:sldLayoutChg>
        <pc:sldLayoutChg chg="del">
          <pc:chgData name="Edemacu Kennedy" userId="e778e2ad06e8c6e7" providerId="LiveId" clId="{4A7AD05A-C1FA-4F85-B9B0-195B5DFA4404}" dt="2022-03-01T09:53:37.352" v="2142" actId="700"/>
          <pc:sldLayoutMkLst>
            <pc:docMk/>
            <pc:sldMasterMk cId="4099891726" sldId="2147483726"/>
            <pc:sldLayoutMk cId="3803591068" sldId="214748372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6A3303-1616-4496-BBF8-5F038D112459}" type="datetimeFigureOut">
              <a:rPr lang="en-US" smtClean="0"/>
              <a:t>2/23/2023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B91A59-A135-449C-A8A5-0063AD35E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356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EDA7CD0-DB43-4A0F-BFDF-26F295F0B516}" type="slidenum">
              <a:rPr lang="en-US" altLang="en-US" smtClean="0"/>
              <a:t>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78185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pandas.pydata.org</a:t>
            </a:r>
            <a:r>
              <a:rPr lang="en-US" dirty="0"/>
              <a:t>/pandas-docs/stable/</a:t>
            </a:r>
            <a:r>
              <a:rPr lang="en-US" dirty="0" err="1"/>
              <a:t>getting_started</a:t>
            </a:r>
            <a:r>
              <a:rPr lang="en-US" dirty="0"/>
              <a:t>/</a:t>
            </a:r>
            <a:r>
              <a:rPr lang="en-US" dirty="0" err="1"/>
              <a:t>tutorials.html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33F9E-DF00-4945-96C4-3A0B57715F3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85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36203-5688-47C0-8F42-D44DB056A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 Rounded MT Bold" panose="020F07040305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9855A6-E265-4D25-B0F9-6C1A802214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 Rounded MT Bold" panose="020F07040305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73E78-05EA-4E67-9327-536F830D1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4D575-EE9E-456D-98FC-91401EEC0FD7}" type="datetimeFigureOut">
              <a:rPr lang="en-US" smtClean="0"/>
              <a:t>2/23/2023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2A81DE-3190-4105-86AF-9ABF8D5FD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C9423-169A-494D-935F-7A36E40CB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9F9D0-4301-4773-B6B0-C8A1DEFD0788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079CE41-85F2-4D0A-9D01-471658B0D2AA}"/>
              </a:ext>
            </a:extLst>
          </p:cNvPr>
          <p:cNvGrpSpPr/>
          <p:nvPr userDrawn="1"/>
        </p:nvGrpSpPr>
        <p:grpSpPr>
          <a:xfrm>
            <a:off x="0" y="-4332"/>
            <a:ext cx="12192000" cy="452582"/>
            <a:chOff x="0" y="-4332"/>
            <a:chExt cx="12192000" cy="45258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CE93915-0522-46A0-AD3E-B689BF9170B2}"/>
                </a:ext>
              </a:extLst>
            </p:cNvPr>
            <p:cNvSpPr/>
            <p:nvPr userDrawn="1"/>
          </p:nvSpPr>
          <p:spPr>
            <a:xfrm>
              <a:off x="0" y="0"/>
              <a:ext cx="12192000" cy="36512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5C1A60B-90F6-4794-A937-871FD8AA29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-4332"/>
              <a:ext cx="452582" cy="4525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0584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0F156-E35B-4F91-B39E-EAB84CF41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675"/>
            <a:ext cx="10515600" cy="1325563"/>
          </a:xfrm>
        </p:spPr>
        <p:txBody>
          <a:bodyPr/>
          <a:lstStyle>
            <a:lvl1pPr>
              <a:defRPr>
                <a:latin typeface="Arial Rounded MT Bold" panose="020F07040305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DED08-F5B6-47DD-865D-C6C2843CB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 Rounded MT Bold" panose="020F0704030504030204" pitchFamily="34" charset="0"/>
              </a:defRPr>
            </a:lvl1pPr>
            <a:lvl2pPr>
              <a:defRPr>
                <a:solidFill>
                  <a:srgbClr val="FF0000"/>
                </a:solidFill>
                <a:latin typeface="Arial Rounded MT Bold" panose="020F0704030504030204" pitchFamily="34" charset="0"/>
              </a:defRPr>
            </a:lvl2pPr>
            <a:lvl3pPr>
              <a:defRPr>
                <a:solidFill>
                  <a:schemeClr val="accent1"/>
                </a:solidFill>
                <a:latin typeface="Arial Rounded MT Bold" panose="020F0704030504030204" pitchFamily="34" charset="0"/>
              </a:defRPr>
            </a:lvl3pPr>
            <a:lvl4pPr>
              <a:defRPr>
                <a:solidFill>
                  <a:srgbClr val="00B050"/>
                </a:solidFill>
                <a:latin typeface="Arial Rounded MT Bold" panose="020F0704030504030204" pitchFamily="34" charset="0"/>
              </a:defRPr>
            </a:lvl4pPr>
            <a:lvl5pPr>
              <a:defRPr>
                <a:latin typeface="Arial Rounded MT Bold" panose="020F07040305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51E25-26CE-47C9-9C7D-AEF268CF7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4D575-EE9E-456D-98FC-91401EEC0FD7}" type="datetimeFigureOut">
              <a:rPr lang="en-US" smtClean="0"/>
              <a:t>2/23/2023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4E2C3-B0AE-4814-8488-5A2B0ED38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CDCB9-C516-47E5-8F46-99ACB7052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9F9D0-4301-4773-B6B0-C8A1DEFD0788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748A7E3-282F-4960-98AF-DD7A6EF20820}"/>
              </a:ext>
            </a:extLst>
          </p:cNvPr>
          <p:cNvGrpSpPr/>
          <p:nvPr userDrawn="1"/>
        </p:nvGrpSpPr>
        <p:grpSpPr>
          <a:xfrm>
            <a:off x="0" y="-4332"/>
            <a:ext cx="12192000" cy="452582"/>
            <a:chOff x="0" y="-4332"/>
            <a:chExt cx="12192000" cy="45258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8F1C4E6-008A-448E-AF5E-744696C4749A}"/>
                </a:ext>
              </a:extLst>
            </p:cNvPr>
            <p:cNvSpPr/>
            <p:nvPr userDrawn="1"/>
          </p:nvSpPr>
          <p:spPr>
            <a:xfrm>
              <a:off x="0" y="0"/>
              <a:ext cx="12192000" cy="36512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E0734D2-BD34-4765-894F-1A7C7FA1C9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-4332"/>
              <a:ext cx="452582" cy="4525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91302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70AD5-3A8D-4DE7-8C97-09BA84A48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5288FF-CEEA-467F-80D1-56C296C5D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94F6F-427C-460C-A6A1-E402C050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4D575-EE9E-456D-98FC-91401EEC0FD7}" type="datetimeFigureOut">
              <a:rPr lang="en-US" smtClean="0"/>
              <a:t>2/23/2023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D0062-3D60-4C18-943E-E725C1712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31F88-C5F1-49E9-B9B1-49406063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9F9D0-4301-4773-B6B0-C8A1DEFD0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397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632CA-9F97-4B3F-94DE-9ED14D5EF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3A8E6-255C-49E4-9C7A-7079865C9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A7F02-FA46-44FD-86F4-D298080B98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8A1240-1F76-4996-865A-BAB36D5A4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4D575-EE9E-456D-98FC-91401EEC0FD7}" type="datetimeFigureOut">
              <a:rPr lang="en-US" smtClean="0"/>
              <a:t>2/23/2023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446FCE-D01C-4D6A-90D4-0A7CB6D68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7037D8-3CEA-4A9B-B065-76AAD209F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9F9D0-4301-4773-B6B0-C8A1DEFD0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224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4A765-A481-4037-9C35-2D6E908E0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34846-5312-4997-8CBA-92AE34008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8EED6A-878C-4075-B549-89333C0843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B66CE2-2328-407F-BABC-2694ECAA79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E70247-CA75-4E97-9374-0CEDB60B4A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945D94-3403-4B01-B4FA-B9EC8841C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4D575-EE9E-456D-98FC-91401EEC0FD7}" type="datetimeFigureOut">
              <a:rPr lang="en-US" smtClean="0"/>
              <a:t>2/23/2023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F0AF32-A65E-4F39-879E-0C192BFAD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D97D8B-49C8-4F1F-B3E2-39B024F1E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9F9D0-4301-4773-B6B0-C8A1DEFD0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230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1CB82-58A9-4850-A146-41826B054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FB5595-E1DA-43FC-92C5-F3B63684A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4D575-EE9E-456D-98FC-91401EEC0FD7}" type="datetimeFigureOut">
              <a:rPr lang="en-US" smtClean="0"/>
              <a:t>2/23/2023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3EE1C5-CF9F-4FF9-98E3-BC58AFB62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1DA7DF-9923-49EE-B83A-468DC8343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9F9D0-4301-4773-B6B0-C8A1DEFD0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60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99231F-B640-4CCA-974D-AB816A5E7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4D575-EE9E-456D-98FC-91401EEC0FD7}" type="datetimeFigureOut">
              <a:rPr lang="en-US" smtClean="0"/>
              <a:t>2/23/2023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A00AB5-F6C5-4369-8036-AE11BDD57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7527C4-EE58-4D1E-9BBE-9F6028680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9F9D0-4301-4773-B6B0-C8A1DEFD0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444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27C86-6D67-4BF9-86BB-53D295EE2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A99DC-AC99-4E04-873F-CC49564DA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23F144-42B5-41AD-8F05-0C42EDB6BD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8173A5-8A36-4038-BCD9-4994B3EFD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4D575-EE9E-456D-98FC-91401EEC0FD7}" type="datetimeFigureOut">
              <a:rPr lang="en-US" smtClean="0"/>
              <a:t>2/23/2023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11F77F-4174-4BA1-A37C-E080E910F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ABB25C-AE1D-4EA1-9FE8-0856C304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9F9D0-4301-4773-B6B0-C8A1DEFD0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970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7F1A5-73BE-478B-8BF2-C3C19D00B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3BA924-B266-43FE-8333-29CBA324A4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6BC7B1-817D-4856-951D-854F4AEA29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FA718F-7748-41B3-90D6-178C87E15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4D575-EE9E-456D-98FC-91401EEC0FD7}" type="datetimeFigureOut">
              <a:rPr lang="en-US" smtClean="0"/>
              <a:t>2/23/2023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C2ACDD-6EEA-45E5-9F00-060C2BB11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3D612D-361A-4712-8010-6BDB884D2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9F9D0-4301-4773-B6B0-C8A1DEFD0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858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38D9C-4E76-4226-8F78-CE62A75A6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77B698-141D-44A7-968D-D4207EFA27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CBBC3-8DC2-4237-8D7B-87D6853D8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4D575-EE9E-456D-98FC-91401EEC0FD7}" type="datetimeFigureOut">
              <a:rPr lang="en-US" smtClean="0"/>
              <a:t>2/23/2023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F0F8A-7741-4526-AA9F-47E03B52B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B2AD9-70FC-407C-812A-97094261B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9F9D0-4301-4773-B6B0-C8A1DEFD0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785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C6839-553A-4B03-B6B4-86A6A7CBF0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60C412-8229-4F59-89D4-0F76528F64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0A86B-1042-4800-9681-A53228D35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4D575-EE9E-456D-98FC-91401EEC0FD7}" type="datetimeFigureOut">
              <a:rPr lang="en-US" smtClean="0"/>
              <a:t>2/23/2023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B7635-3658-401C-A35B-CC7DC7F60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1C60-318E-4467-B74D-A1A1DD0BF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9F9D0-4301-4773-B6B0-C8A1DEFD0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617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45707C-30B5-44BF-B5C1-C5A706D13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06E5CB-DEAA-4391-BA80-48F13DC76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EC8A4-92A3-47E9-8B5D-BDE383C749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F4D575-EE9E-456D-98FC-91401EEC0FD7}" type="datetimeFigureOut">
              <a:rPr lang="en-US" smtClean="0"/>
              <a:t>2/23/2023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20EF2-0CC7-4C12-8D6C-57E037C590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70D7A-DA83-4A7F-BBEF-24C8972862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69F9D0-4301-4773-B6B0-C8A1DEFD0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708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Programming using Python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E065D840-43F1-46F9-9207-DD52ACDCE9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97354"/>
            <a:ext cx="9144000" cy="760445"/>
          </a:xfrm>
        </p:spPr>
        <p:txBody>
          <a:bodyPr>
            <a:normAutofit/>
          </a:bodyPr>
          <a:lstStyle/>
          <a:p>
            <a:r>
              <a:rPr lang="en-US" sz="4000" dirty="0"/>
              <a:t>File I/O</a:t>
            </a:r>
          </a:p>
        </p:txBody>
      </p:sp>
    </p:spTree>
    <p:extLst>
      <p:ext uri="{BB962C8B-B14F-4D97-AF65-F5344CB8AC3E}">
        <p14:creationId xmlns:p14="http://schemas.microsoft.com/office/powerpoint/2010/main" val="1554744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File I/O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Files are persistent storage</a:t>
            </a:r>
          </a:p>
          <a:p>
            <a:r>
              <a:rPr lang="en-US" dirty="0"/>
              <a:t>Allow data to be stored beyond program lifetime</a:t>
            </a:r>
          </a:p>
          <a:p>
            <a:r>
              <a:rPr lang="en-US" dirty="0"/>
              <a:t>The basic operations on files are</a:t>
            </a:r>
          </a:p>
          <a:p>
            <a:pPr lvl="1"/>
            <a:r>
              <a:rPr lang="en-US" dirty="0"/>
              <a:t> open, close, read, write</a:t>
            </a:r>
          </a:p>
          <a:p>
            <a:pPr lvl="0"/>
            <a:r>
              <a:rPr lang="en-US" dirty="0">
                <a:solidFill>
                  <a:schemeClr val="tx2"/>
                </a:solidFill>
              </a:rPr>
              <a:t>Python treat files as sequence of lines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sequence operations work for the data read from files</a:t>
            </a:r>
          </a:p>
        </p:txBody>
      </p:sp>
    </p:spTree>
    <p:extLst>
      <p:ext uri="{BB962C8B-B14F-4D97-AF65-F5344CB8AC3E}">
        <p14:creationId xmlns:p14="http://schemas.microsoft.com/office/powerpoint/2010/main" val="2305860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File I/O: </a:t>
            </a:r>
            <a:r>
              <a:rPr lang="en-US" dirty="0">
                <a:solidFill>
                  <a:srgbClr val="FF0000"/>
                </a:solidFill>
              </a:rPr>
              <a:t>open </a:t>
            </a:r>
            <a:r>
              <a:rPr lang="en-US" dirty="0">
                <a:solidFill>
                  <a:schemeClr val="tx1"/>
                </a:solidFill>
              </a:rPr>
              <a:t>and</a:t>
            </a:r>
            <a:r>
              <a:rPr lang="en-US" dirty="0">
                <a:solidFill>
                  <a:srgbClr val="FF0000"/>
                </a:solidFill>
              </a:rPr>
              <a:t> close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open</a:t>
            </a:r>
            <a:r>
              <a:rPr lang="en-US" dirty="0"/>
              <a:t>(filename, mode)</a:t>
            </a:r>
          </a:p>
          <a:p>
            <a:r>
              <a:rPr lang="en-US" dirty="0"/>
              <a:t>While opening a file, you need to supply</a:t>
            </a:r>
          </a:p>
          <a:p>
            <a:pPr lvl="1"/>
            <a:r>
              <a:rPr lang="en-US" sz="2800" dirty="0"/>
              <a:t>The name of the file, including the path</a:t>
            </a:r>
          </a:p>
          <a:p>
            <a:pPr lvl="1"/>
            <a:r>
              <a:rPr lang="en-US" sz="2800" dirty="0"/>
              <a:t>The mode in which you want to open a file</a:t>
            </a:r>
          </a:p>
          <a:p>
            <a:pPr lvl="1"/>
            <a:r>
              <a:rPr lang="en-US" sz="2800" dirty="0"/>
              <a:t>Common modes are r (read), w (write), a (append)</a:t>
            </a:r>
          </a:p>
          <a:p>
            <a:pPr lvl="0"/>
            <a:r>
              <a:rPr lang="en-US" sz="3200" dirty="0"/>
              <a:t>Mode is optional, defaults to </a:t>
            </a:r>
            <a:r>
              <a:rPr lang="en-US" sz="3200" dirty="0">
                <a:solidFill>
                  <a:srgbClr val="FF0000"/>
                </a:solidFill>
              </a:rPr>
              <a:t>r</a:t>
            </a:r>
          </a:p>
          <a:p>
            <a:pPr lvl="0"/>
            <a:r>
              <a:rPr lang="en-US" sz="3200" dirty="0">
                <a:solidFill>
                  <a:srgbClr val="FF0000"/>
                </a:solidFill>
              </a:rPr>
              <a:t>open</a:t>
            </a:r>
            <a:r>
              <a:rPr lang="en-US" sz="3200" dirty="0"/>
              <a:t>(..) returns a file object</a:t>
            </a:r>
          </a:p>
          <a:p>
            <a:pPr lvl="0"/>
            <a:r>
              <a:rPr lang="en-US" sz="3200" dirty="0">
                <a:solidFill>
                  <a:srgbClr val="FF0000"/>
                </a:solidFill>
              </a:rPr>
              <a:t>close</a:t>
            </a:r>
            <a:r>
              <a:rPr lang="en-US" sz="3200" dirty="0"/>
              <a:t>() on the file object closes the file</a:t>
            </a:r>
          </a:p>
          <a:p>
            <a:pPr lvl="1"/>
            <a:r>
              <a:rPr lang="en-US" sz="2800" dirty="0"/>
              <a:t>finishes any buffered operations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380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File I/O: </a:t>
            </a:r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6401" y="1295400"/>
            <a:ext cx="8819981" cy="2819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514600" y="1752600"/>
            <a:ext cx="7772400" cy="1905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Do some writing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How to do it?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/>
              <a:t>see the next few slides</a:t>
            </a:r>
          </a:p>
        </p:txBody>
      </p:sp>
    </p:spTree>
    <p:extLst>
      <p:ext uri="{BB962C8B-B14F-4D97-AF65-F5344CB8AC3E}">
        <p14:creationId xmlns:p14="http://schemas.microsoft.com/office/powerpoint/2010/main" val="3228121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File I/O: </a:t>
            </a:r>
            <a:r>
              <a:rPr lang="en-US">
                <a:solidFill>
                  <a:srgbClr val="FF0000"/>
                </a:solidFill>
              </a:rPr>
              <a:t>read</a:t>
            </a:r>
            <a:r>
              <a:rPr lang="en-US"/>
              <a:t>, </a:t>
            </a:r>
            <a:r>
              <a:rPr lang="en-US">
                <a:solidFill>
                  <a:srgbClr val="FF0000"/>
                </a:solidFill>
              </a:rPr>
              <a:t>write </a:t>
            </a:r>
            <a:r>
              <a:rPr lang="en-US"/>
              <a:t>and </a:t>
            </a:r>
            <a:r>
              <a:rPr lang="en-US">
                <a:solidFill>
                  <a:srgbClr val="FF0000"/>
                </a:solidFill>
              </a:rPr>
              <a:t>append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Reading from an open file returns the contents of the file</a:t>
            </a:r>
          </a:p>
          <a:p>
            <a:pPr lvl="1"/>
            <a:r>
              <a:rPr lang="en-US" dirty="0"/>
              <a:t>as </a:t>
            </a:r>
            <a:r>
              <a:rPr lang="en-US" b="1" dirty="0">
                <a:solidFill>
                  <a:srgbClr val="FF0000"/>
                </a:solidFill>
              </a:rPr>
              <a:t>sequence</a:t>
            </a:r>
            <a:r>
              <a:rPr lang="en-US" dirty="0"/>
              <a:t> of lines in the program</a:t>
            </a:r>
          </a:p>
          <a:p>
            <a:pPr lvl="0"/>
            <a:r>
              <a:rPr lang="en-US" dirty="0">
                <a:sym typeface="+mn-ea"/>
              </a:rPr>
              <a:t>Writing to a file</a:t>
            </a:r>
            <a:r>
              <a:rPr lang="en-US" dirty="0">
                <a:solidFill>
                  <a:srgbClr val="FF0000"/>
                </a:solidFill>
                <a:sym typeface="+mn-ea"/>
              </a:rPr>
              <a:t> </a:t>
            </a:r>
          </a:p>
          <a:p>
            <a:pPr lvl="1"/>
            <a:r>
              <a:rPr lang="en-US" sz="2800" dirty="0">
                <a:sym typeface="+mn-ea"/>
              </a:rPr>
              <a:t>IMPORTANT: If opened with mode </a:t>
            </a:r>
            <a:r>
              <a:rPr lang="en-US" sz="2800" dirty="0">
                <a:solidFill>
                  <a:schemeClr val="accent1"/>
                </a:solidFill>
                <a:sym typeface="+mn-ea"/>
              </a:rPr>
              <a:t>'w'</a:t>
            </a:r>
            <a:r>
              <a:rPr lang="en-US" sz="2800" dirty="0">
                <a:sym typeface="+mn-ea"/>
              </a:rPr>
              <a:t>, </a:t>
            </a:r>
            <a:r>
              <a:rPr lang="en-US" sz="2800" b="1" dirty="0">
                <a:sym typeface="+mn-ea"/>
              </a:rPr>
              <a:t>clears</a:t>
            </a:r>
            <a:r>
              <a:rPr lang="en-US" sz="2800" dirty="0">
                <a:sym typeface="+mn-ea"/>
              </a:rPr>
              <a:t> the existing contents of the file</a:t>
            </a:r>
          </a:p>
          <a:p>
            <a:pPr lvl="1"/>
            <a:r>
              <a:rPr lang="en-US" sz="2800" dirty="0">
                <a:sym typeface="+mn-ea"/>
              </a:rPr>
              <a:t>Use append mode </a:t>
            </a:r>
            <a:r>
              <a:rPr lang="en-US" sz="2800" dirty="0">
                <a:solidFill>
                  <a:schemeClr val="accent1"/>
                </a:solidFill>
                <a:sym typeface="+mn-ea"/>
              </a:rPr>
              <a:t>('a') </a:t>
            </a:r>
            <a:r>
              <a:rPr lang="en-US" sz="2800" dirty="0">
                <a:sym typeface="+mn-ea"/>
              </a:rPr>
              <a:t>to preserve the contents</a:t>
            </a:r>
          </a:p>
          <a:p>
            <a:pPr lvl="1"/>
            <a:r>
              <a:rPr lang="en-US" sz="2800" dirty="0">
                <a:sym typeface="+mn-ea"/>
              </a:rPr>
              <a:t>Writing happens at the end</a:t>
            </a:r>
          </a:p>
          <a:p>
            <a:pPr lvl="1"/>
            <a:endParaRPr lang="en-US" sz="2800" dirty="0">
              <a:sym typeface="+mn-ea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965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File I/O: </a:t>
            </a:r>
            <a:r>
              <a:rPr lang="en-US">
                <a:solidFill>
                  <a:schemeClr val="tx1"/>
                </a:solidFill>
              </a:rPr>
              <a:t>Examples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6401" y="1295400"/>
            <a:ext cx="6734175" cy="2152650"/>
          </a:xfrm>
          <a:prstGeom prst="rect">
            <a:avLst/>
          </a:prstGeom>
        </p:spPr>
      </p:pic>
      <p:grpSp>
        <p:nvGrpSpPr>
          <p:cNvPr id="11" name="Group 10"/>
          <p:cNvGrpSpPr/>
          <p:nvPr/>
        </p:nvGrpSpPr>
        <p:grpSpPr>
          <a:xfrm>
            <a:off x="1676400" y="3657600"/>
            <a:ext cx="7305040" cy="2419350"/>
            <a:chOff x="240" y="5760"/>
            <a:chExt cx="11504" cy="381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0" y="5760"/>
              <a:ext cx="11504" cy="3810"/>
            </a:xfrm>
            <a:prstGeom prst="rect">
              <a:avLst/>
            </a:prstGeom>
          </p:spPr>
        </p:pic>
        <p:sp>
          <p:nvSpPr>
            <p:cNvPr id="8" name="Rectangle 7"/>
            <p:cNvSpPr/>
            <p:nvPr/>
          </p:nvSpPr>
          <p:spPr>
            <a:xfrm>
              <a:off x="240" y="8640"/>
              <a:ext cx="8040" cy="4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/>
          <p:cNvSpPr/>
          <p:nvPr/>
        </p:nvSpPr>
        <p:spPr>
          <a:xfrm>
            <a:off x="1676400" y="1600200"/>
            <a:ext cx="6934200" cy="152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676400" y="3657600"/>
            <a:ext cx="7467600" cy="2419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239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File I/O: </a:t>
            </a:r>
            <a:r>
              <a:rPr lang="en-US" dirty="0">
                <a:solidFill>
                  <a:schemeClr val="tx1"/>
                </a:solidFill>
              </a:rPr>
              <a:t>Examples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3505201"/>
            <a:ext cx="7476490" cy="2428875"/>
          </a:xfrm>
          <a:prstGeom prst="rect">
            <a:avLst/>
          </a:prstGeom>
        </p:spPr>
      </p:pic>
      <p:grpSp>
        <p:nvGrpSpPr>
          <p:cNvPr id="2" name="Group 1"/>
          <p:cNvGrpSpPr/>
          <p:nvPr/>
        </p:nvGrpSpPr>
        <p:grpSpPr>
          <a:xfrm>
            <a:off x="1981200" y="1301707"/>
            <a:ext cx="7438390" cy="1924050"/>
            <a:chOff x="457200" y="1295400"/>
            <a:chExt cx="7438390" cy="1924050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1371600"/>
              <a:ext cx="7438390" cy="1847850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1905000" y="1295400"/>
              <a:ext cx="2776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(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905000" y="2205335"/>
              <a:ext cx="2776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(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505200" y="2205335"/>
              <a:ext cx="2776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)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200400" y="1295400"/>
              <a:ext cx="2776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)</a:t>
              </a:r>
            </a:p>
          </p:txBody>
        </p:sp>
      </p:grpSp>
      <p:sp>
        <p:nvSpPr>
          <p:cNvPr id="3" name="Rectangle 2"/>
          <p:cNvSpPr/>
          <p:nvPr/>
        </p:nvSpPr>
        <p:spPr>
          <a:xfrm>
            <a:off x="1981200" y="1725272"/>
            <a:ext cx="7476490" cy="5384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981200" y="2319816"/>
            <a:ext cx="7476490" cy="8623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981200" y="3505200"/>
            <a:ext cx="7476490" cy="5384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981200" y="4040153"/>
            <a:ext cx="7476490" cy="1819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577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 animBg="1"/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705951" y="32067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File I/O: </a:t>
            </a:r>
            <a:r>
              <a:rPr lang="en-US" dirty="0">
                <a:solidFill>
                  <a:schemeClr val="tx1"/>
                </a:solidFill>
              </a:rPr>
              <a:t>Examples</a:t>
            </a:r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800" y="609601"/>
            <a:ext cx="7448550" cy="3686175"/>
          </a:xfrm>
          <a:prstGeom prst="rect">
            <a:avLst/>
          </a:prstGeom>
        </p:spPr>
      </p:pic>
      <p:sp>
        <p:nvSpPr>
          <p:cNvPr id="15" name="Text Box 14"/>
          <p:cNvSpPr txBox="1"/>
          <p:nvPr/>
        </p:nvSpPr>
        <p:spPr>
          <a:xfrm>
            <a:off x="7162800" y="3657600"/>
            <a:ext cx="272446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Note empty line due to '\n'</a:t>
            </a:r>
          </a:p>
        </p:txBody>
      </p:sp>
      <p:cxnSp>
        <p:nvCxnSpPr>
          <p:cNvPr id="16" name="Straight Arrow Connector 15"/>
          <p:cNvCxnSpPr>
            <a:stCxn id="15" idx="1"/>
          </p:cNvCxnSpPr>
          <p:nvPr/>
        </p:nvCxnSpPr>
        <p:spPr>
          <a:xfrm flipH="1" flipV="1">
            <a:off x="2209800" y="3810000"/>
            <a:ext cx="4953000" cy="32266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1" y="4343401"/>
            <a:ext cx="2181225" cy="3524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76600" y="1752601"/>
            <a:ext cx="277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4760" y="1752601"/>
            <a:ext cx="277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990600"/>
            <a:ext cx="747649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828801" y="1905000"/>
            <a:ext cx="8021955" cy="2438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814945" y="4343400"/>
            <a:ext cx="7476490" cy="5384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347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3" grpId="0" animBg="1"/>
      <p:bldP spid="14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838200" y="27871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File I/O: </a:t>
            </a:r>
            <a:r>
              <a:rPr lang="en-US">
                <a:solidFill>
                  <a:schemeClr val="tx1"/>
                </a:solidFill>
              </a:rPr>
              <a:t>Examples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5001" y="4114801"/>
            <a:ext cx="2124075" cy="3143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999" y="1310004"/>
            <a:ext cx="6133465" cy="286639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1" y="2971801"/>
            <a:ext cx="2181225" cy="352425"/>
          </a:xfrm>
          <a:prstGeom prst="rect">
            <a:avLst/>
          </a:prstGeom>
        </p:spPr>
      </p:pic>
      <p:sp>
        <p:nvSpPr>
          <p:cNvPr id="15" name="Text Box 14"/>
          <p:cNvSpPr txBox="1"/>
          <p:nvPr/>
        </p:nvSpPr>
        <p:spPr>
          <a:xfrm>
            <a:off x="7924801" y="1905001"/>
            <a:ext cx="2464777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Note the use of for ... in </a:t>
            </a:r>
          </a:p>
          <a:p>
            <a:r>
              <a:rPr lang="en-US" dirty="0"/>
              <a:t>for sequence</a:t>
            </a:r>
          </a:p>
        </p:txBody>
      </p:sp>
      <p:cxnSp>
        <p:nvCxnSpPr>
          <p:cNvPr id="16" name="Straight Arrow Connector 15"/>
          <p:cNvCxnSpPr>
            <a:stCxn id="15" idx="1"/>
          </p:cNvCxnSpPr>
          <p:nvPr/>
        </p:nvCxnSpPr>
        <p:spPr>
          <a:xfrm flipH="1">
            <a:off x="4800600" y="2228166"/>
            <a:ext cx="3124200" cy="134034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15" idx="1"/>
          </p:cNvCxnSpPr>
          <p:nvPr/>
        </p:nvCxnSpPr>
        <p:spPr>
          <a:xfrm flipH="1">
            <a:off x="4572000" y="2228166"/>
            <a:ext cx="3352800" cy="1353234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>
            <a:off x="1828800" y="4526280"/>
            <a:ext cx="7371080" cy="1645920"/>
            <a:chOff x="304800" y="4526280"/>
            <a:chExt cx="7371080" cy="1645920"/>
          </a:xfrm>
        </p:grpSpPr>
        <p:grpSp>
          <p:nvGrpSpPr>
            <p:cNvPr id="17" name="Group 16"/>
            <p:cNvGrpSpPr/>
            <p:nvPr/>
          </p:nvGrpSpPr>
          <p:grpSpPr>
            <a:xfrm>
              <a:off x="304800" y="4648200"/>
              <a:ext cx="7371080" cy="1524000"/>
              <a:chOff x="480" y="7320"/>
              <a:chExt cx="11608" cy="2400"/>
            </a:xfrm>
          </p:grpSpPr>
          <p:pic>
            <p:nvPicPr>
              <p:cNvPr id="14" name="Picture 13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0" y="7320"/>
                <a:ext cx="11609" cy="2355"/>
              </a:xfrm>
              <a:prstGeom prst="rect">
                <a:avLst/>
              </a:prstGeom>
            </p:spPr>
          </p:pic>
          <p:sp>
            <p:nvSpPr>
              <p:cNvPr id="10" name="Rectangle 9"/>
              <p:cNvSpPr/>
              <p:nvPr/>
            </p:nvSpPr>
            <p:spPr>
              <a:xfrm>
                <a:off x="2040" y="9240"/>
                <a:ext cx="3700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 anchorCtr="0"/>
              <a:lstStyle/>
              <a:p>
                <a:pPr algn="l" fontAlgn="ctr"/>
                <a:r>
                  <a:rPr lang="en-US" sz="2400">
                    <a:solidFill>
                      <a:schemeClr val="tx2"/>
                    </a:solidFill>
                  </a:rPr>
                  <a:t>]</a:t>
                </a:r>
              </a:p>
            </p:txBody>
          </p:sp>
        </p:grpSp>
        <p:sp>
          <p:nvSpPr>
            <p:cNvPr id="18" name="TextBox 17"/>
            <p:cNvSpPr txBox="1"/>
            <p:nvPr/>
          </p:nvSpPr>
          <p:spPr>
            <a:xfrm>
              <a:off x="1752600" y="4526280"/>
              <a:ext cx="2776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(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810000" y="4526280"/>
              <a:ext cx="2776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)</a:t>
              </a:r>
            </a:p>
          </p:txBody>
        </p:sp>
      </p:grpSp>
      <p:sp>
        <p:nvSpPr>
          <p:cNvPr id="20" name="Rectangle 19"/>
          <p:cNvSpPr/>
          <p:nvPr/>
        </p:nvSpPr>
        <p:spPr>
          <a:xfrm>
            <a:off x="1896110" y="1981199"/>
            <a:ext cx="7476490" cy="13430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905000" y="3276600"/>
            <a:ext cx="7476490" cy="13430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828800" y="4572001"/>
            <a:ext cx="7476490" cy="15716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328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0" grpId="0" animBg="1"/>
      <p:bldP spid="21" grpId="0" animBg="1"/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838200" y="314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File I/O: </a:t>
            </a:r>
            <a:r>
              <a:rPr lang="en-US" dirty="0">
                <a:solidFill>
                  <a:schemeClr val="tx1"/>
                </a:solidFill>
              </a:rPr>
              <a:t>Examples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9436" y="1066800"/>
            <a:ext cx="7614285" cy="5313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352800" y="2510136"/>
            <a:ext cx="277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62600" y="2510136"/>
            <a:ext cx="277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3760" y="4415136"/>
            <a:ext cx="277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3360" y="4415136"/>
            <a:ext cx="277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6600" y="5634336"/>
            <a:ext cx="277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0360" y="5634336"/>
            <a:ext cx="277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1114030"/>
            <a:ext cx="7476490" cy="13430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828800" y="2514600"/>
            <a:ext cx="7476490" cy="1676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863436" y="4235798"/>
            <a:ext cx="7476490" cy="14792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863436" y="5753100"/>
            <a:ext cx="7476490" cy="685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076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sz="4000" dirty="0"/>
              <a:t/>
            </a:r>
            <a:br>
              <a:rPr lang="en-US" sz="4000" dirty="0"/>
            </a:br>
            <a:r>
              <a:rPr lang="en-US" sz="4000" dirty="0"/>
              <a:t>Programming using Python</a:t>
            </a:r>
            <a:br>
              <a:rPr lang="en-US" sz="4000" dirty="0"/>
            </a:br>
            <a:r>
              <a:rPr lang="en-US" sz="4000" dirty="0"/>
              <a:t/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365A94C-5BDB-47B7-8711-7D58A8AE37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b="1" dirty="0"/>
              <a:t>Modules and Packages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164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 program gets longer, need to organize them for easier access and easier maintenance. </a:t>
            </a:r>
          </a:p>
          <a:p>
            <a:r>
              <a:rPr lang="en-US" dirty="0"/>
              <a:t>Reuse same functions across programs without copying its definition into each program.</a:t>
            </a:r>
          </a:p>
          <a:p>
            <a:r>
              <a:rPr lang="en-US" dirty="0"/>
              <a:t>Python allows putting definitions in a file </a:t>
            </a:r>
          </a:p>
          <a:p>
            <a:pPr lvl="1"/>
            <a:r>
              <a:rPr lang="en-US" dirty="0"/>
              <a:t>use them in a script or in an interactive instance of the interpreter</a:t>
            </a:r>
          </a:p>
          <a:p>
            <a:r>
              <a:rPr lang="en-US" dirty="0"/>
              <a:t> Such a file is called a </a:t>
            </a:r>
            <a:r>
              <a:rPr lang="en-US" i="1" dirty="0"/>
              <a:t>module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definitions from a module can be </a:t>
            </a:r>
            <a:r>
              <a:rPr lang="en-US" i="1" dirty="0"/>
              <a:t>imported</a:t>
            </a:r>
            <a:r>
              <a:rPr lang="en-US" dirty="0"/>
              <a:t> into other modules or into the </a:t>
            </a:r>
            <a:r>
              <a:rPr lang="en-US" i="1" dirty="0"/>
              <a:t>main</a:t>
            </a:r>
            <a:r>
              <a:rPr lang="en-US" dirty="0"/>
              <a:t> module </a:t>
            </a:r>
          </a:p>
        </p:txBody>
      </p:sp>
    </p:spTree>
    <p:extLst>
      <p:ext uri="{BB962C8B-B14F-4D97-AF65-F5344CB8AC3E}">
        <p14:creationId xmlns:p14="http://schemas.microsoft.com/office/powerpoint/2010/main" val="3694392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module is a file containing Python definitions and statements.</a:t>
            </a:r>
          </a:p>
          <a:p>
            <a:r>
              <a:rPr lang="en-US" dirty="0"/>
              <a:t>The file name is the module name with the suffix </a:t>
            </a:r>
            <a:r>
              <a:rPr lang="en-US" dirty="0">
                <a:solidFill>
                  <a:srgbClr val="FF0000"/>
                </a:solidFill>
              </a:rPr>
              <a:t>.</a:t>
            </a:r>
            <a:r>
              <a:rPr lang="en-US" dirty="0" err="1">
                <a:solidFill>
                  <a:srgbClr val="FF0000"/>
                </a:solidFill>
              </a:rPr>
              <a:t>py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appended. </a:t>
            </a:r>
          </a:p>
          <a:p>
            <a:r>
              <a:rPr lang="en-US" dirty="0"/>
              <a:t>Within a module, the module’s name is available in the global variable </a:t>
            </a:r>
            <a:r>
              <a:rPr lang="en-US" dirty="0">
                <a:solidFill>
                  <a:srgbClr val="FF0000"/>
                </a:solidFill>
              </a:rPr>
              <a:t>__name__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0162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 Example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5000" y="1143000"/>
            <a:ext cx="4933950" cy="518922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1" y="1066800"/>
            <a:ext cx="3447415" cy="9525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7086600" y="1066800"/>
            <a:ext cx="0" cy="518160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rcRect r="7274"/>
          <a:stretch>
            <a:fillRect/>
          </a:stretch>
        </p:blipFill>
        <p:spPr>
          <a:xfrm>
            <a:off x="7162801" y="2133600"/>
            <a:ext cx="3302635" cy="12001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2801" y="3505201"/>
            <a:ext cx="2761615" cy="619125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7152641" y="4725036"/>
            <a:ext cx="3517265" cy="15576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bg2">
                <a:lumMod val="10000"/>
              </a:schemeClr>
            </a:solidFill>
          </a:ln>
        </p:spPr>
        <p:txBody>
          <a:bodyPr wrap="square" rtlCol="0" anchor="t">
            <a:spAutoFit/>
          </a:bodyPr>
          <a:lstStyle/>
          <a:p>
            <a:r>
              <a:rPr lang="en-US" sz="2400" dirty="0"/>
              <a:t>Within a module, the module’s name is available as the value of the global variable </a:t>
            </a:r>
            <a:r>
              <a:rPr lang="en-US" sz="2400" dirty="0">
                <a:solidFill>
                  <a:srgbClr val="FF0000"/>
                </a:solidFill>
              </a:rPr>
              <a:t>__name__</a:t>
            </a:r>
            <a:r>
              <a:rPr lang="en-US" sz="2400" dirty="0"/>
              <a:t>. </a:t>
            </a:r>
          </a:p>
        </p:txBody>
      </p:sp>
      <p:cxnSp>
        <p:nvCxnSpPr>
          <p:cNvPr id="12" name="Curved Connector 11"/>
          <p:cNvCxnSpPr>
            <a:stCxn id="11" idx="0"/>
          </p:cNvCxnSpPr>
          <p:nvPr/>
        </p:nvCxnSpPr>
        <p:spPr>
          <a:xfrm rot="16200000">
            <a:off x="8722361" y="4074795"/>
            <a:ext cx="838835" cy="461010"/>
          </a:xfrm>
          <a:prstGeom prst="curvedConnector3">
            <a:avLst>
              <a:gd name="adj1" fmla="val 50000"/>
            </a:avLst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448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Importing Specific Functions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838200" y="1669982"/>
            <a:ext cx="10515600" cy="4351338"/>
          </a:xfrm>
        </p:spPr>
        <p:txBody>
          <a:bodyPr>
            <a:noAutofit/>
          </a:bodyPr>
          <a:lstStyle/>
          <a:p>
            <a:r>
              <a:rPr lang="en-US" sz="2400" dirty="0"/>
              <a:t>To import specific functions from a module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This brings only the imported functions in the current symbol table</a:t>
            </a:r>
          </a:p>
          <a:p>
            <a:pPr lvl="1"/>
            <a:r>
              <a:rPr lang="en-US" sz="2000" dirty="0"/>
              <a:t>No need of </a:t>
            </a:r>
            <a:r>
              <a:rPr lang="en-US" sz="2000" dirty="0" err="1"/>
              <a:t>modulename</a:t>
            </a:r>
            <a:r>
              <a:rPr lang="en-US" sz="2000" dirty="0"/>
              <a:t>. (absence of </a:t>
            </a:r>
            <a:r>
              <a:rPr lang="en-US" sz="2000" dirty="0">
                <a:latin typeface="Courier New" charset="0"/>
              </a:rPr>
              <a:t>fib.</a:t>
            </a:r>
            <a:r>
              <a:rPr lang="en-US" sz="2000" dirty="0"/>
              <a:t> in the example)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414" t="1035" r="-414" b="-1035"/>
          <a:stretch/>
        </p:blipFill>
        <p:spPr>
          <a:xfrm>
            <a:off x="2211071" y="2058671"/>
            <a:ext cx="6692265" cy="267652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828800" y="2076856"/>
            <a:ext cx="747649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828800" y="2362200"/>
            <a:ext cx="747649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828800" y="2895600"/>
            <a:ext cx="747649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828800" y="3505200"/>
            <a:ext cx="7476490" cy="1371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628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10" grpId="0" animBg="1"/>
      <p:bldP spid="11" grpId="0" animBg="1"/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ALL Functions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To import </a:t>
            </a:r>
            <a:r>
              <a:rPr lang="en-US" i="1" dirty="0"/>
              <a:t>all </a:t>
            </a:r>
            <a:r>
              <a:rPr lang="en-US" dirty="0"/>
              <a:t>functions from a module, in the current symbol table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imports all names </a:t>
            </a:r>
            <a:r>
              <a:rPr lang="en-US" dirty="0">
                <a:solidFill>
                  <a:srgbClr val="FF0000"/>
                </a:solidFill>
              </a:rPr>
              <a:t>except those beginning with an underscore (_)</a:t>
            </a:r>
            <a:r>
              <a:rPr lang="en-US" dirty="0"/>
              <a:t>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2808" b="-2808"/>
          <a:stretch/>
        </p:blipFill>
        <p:spPr>
          <a:xfrm>
            <a:off x="2286000" y="2591436"/>
            <a:ext cx="5595620" cy="244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76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981200" y="274955"/>
            <a:ext cx="8229600" cy="711200"/>
          </a:xfrm>
        </p:spPr>
        <p:txBody>
          <a:bodyPr>
            <a:normAutofit/>
          </a:bodyPr>
          <a:lstStyle/>
          <a:p>
            <a:r>
              <a:rPr lang="en-US" dirty="0">
                <a:latin typeface="Courier New" charset="0"/>
              </a:rPr>
              <a:t>__main__ </a:t>
            </a:r>
            <a:r>
              <a:rPr lang="en-US" dirty="0"/>
              <a:t>in Modules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676400" y="1174750"/>
            <a:ext cx="8839200" cy="4951730"/>
          </a:xfrm>
        </p:spPr>
        <p:txBody>
          <a:bodyPr>
            <a:noAutofit/>
          </a:bodyPr>
          <a:lstStyle/>
          <a:p>
            <a:r>
              <a:rPr dirty="0"/>
              <a:t>When you run a module </a:t>
            </a:r>
            <a:r>
              <a:rPr lang="en-US" dirty="0"/>
              <a:t>on the command line </a:t>
            </a:r>
            <a:r>
              <a:rPr dirty="0"/>
              <a:t>with</a:t>
            </a:r>
          </a:p>
          <a:p>
            <a:pPr marL="457200" lvl="1" indent="0">
              <a:buNone/>
            </a:pPr>
            <a:r>
              <a:rPr dirty="0">
                <a:latin typeface="Courier New" charset="0"/>
              </a:rPr>
              <a:t>python fib.py &lt;arguments&gt;</a:t>
            </a:r>
          </a:p>
          <a:p>
            <a:pPr marL="0" indent="0">
              <a:buNone/>
            </a:pPr>
            <a:r>
              <a:rPr dirty="0"/>
              <a:t>     the code in the module will be executed, just as if </a:t>
            </a:r>
            <a:r>
              <a:rPr lang="en-US" dirty="0"/>
              <a:t> </a:t>
            </a:r>
            <a:r>
              <a:rPr dirty="0"/>
              <a:t>you imported it, but with the </a:t>
            </a:r>
            <a:r>
              <a:rPr dirty="0">
                <a:solidFill>
                  <a:srgbClr val="FF0000"/>
                </a:solidFill>
                <a:latin typeface="Courier New" charset="0"/>
              </a:rPr>
              <a:t>__name__ </a:t>
            </a:r>
            <a:r>
              <a:rPr dirty="0"/>
              <a:t>set to </a:t>
            </a:r>
          </a:p>
          <a:p>
            <a:pPr marL="0" indent="0">
              <a:buNone/>
            </a:pPr>
            <a:r>
              <a:rPr dirty="0"/>
              <a:t>     </a:t>
            </a:r>
            <a:r>
              <a:rPr dirty="0">
                <a:solidFill>
                  <a:srgbClr val="FF0000"/>
                </a:solidFill>
              </a:rPr>
              <a:t>"__main__"</a:t>
            </a:r>
            <a:r>
              <a:rPr dirty="0"/>
              <a:t>. </a:t>
            </a:r>
          </a:p>
          <a:p>
            <a:pPr marL="285750" indent="-285750"/>
            <a:r>
              <a:rPr lang="en-US" dirty="0"/>
              <a:t>B</a:t>
            </a:r>
            <a:r>
              <a:rPr dirty="0"/>
              <a:t>y adding this code at the end of your module</a:t>
            </a:r>
          </a:p>
          <a:p>
            <a:pPr marL="457200" lvl="1" indent="0">
              <a:buNone/>
            </a:pPr>
            <a:r>
              <a:rPr dirty="0">
                <a:latin typeface="Courier New" charset="0"/>
              </a:rPr>
              <a:t>if __name__ == "__main__":</a:t>
            </a:r>
          </a:p>
          <a:p>
            <a:pPr marL="457200" lvl="1" indent="0">
              <a:buNone/>
            </a:pPr>
            <a:r>
              <a:rPr dirty="0">
                <a:latin typeface="Courier New" charset="0"/>
              </a:rPr>
              <a:t>    </a:t>
            </a:r>
            <a:r>
              <a:rPr lang="en-US" dirty="0">
                <a:latin typeface="Courier New" charset="0"/>
              </a:rPr>
              <a:t>... # Some code here</a:t>
            </a:r>
            <a:endParaRPr dirty="0">
              <a:latin typeface="Courier New" charset="0"/>
            </a:endParaRPr>
          </a:p>
          <a:p>
            <a:pPr marL="0" indent="0">
              <a:buNone/>
            </a:pPr>
            <a:r>
              <a:rPr dirty="0"/>
              <a:t>you can make the file usable as a script as well as an</a:t>
            </a:r>
            <a:r>
              <a:rPr lang="en-US" dirty="0"/>
              <a:t> i</a:t>
            </a:r>
            <a:r>
              <a:rPr dirty="0"/>
              <a:t>mportable module</a:t>
            </a:r>
          </a:p>
          <a:p>
            <a:pPr marL="742950" lvl="1" indent="-285750"/>
            <a:endParaRPr sz="28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5199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981200" y="274955"/>
            <a:ext cx="8229600" cy="711200"/>
          </a:xfrm>
        </p:spPr>
        <p:txBody>
          <a:bodyPr>
            <a:normAutofit/>
          </a:bodyPr>
          <a:lstStyle/>
          <a:p>
            <a:r>
              <a:rPr lang="en-US" dirty="0">
                <a:latin typeface="Courier New" charset="0"/>
              </a:rPr>
              <a:t>__main__ </a:t>
            </a:r>
            <a:r>
              <a:rPr lang="en-US" dirty="0"/>
              <a:t>in Modules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979930" y="1174750"/>
            <a:ext cx="8230870" cy="4951730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n-US" dirty="0">
                <a:latin typeface="Courier New" charset="0"/>
              </a:rPr>
              <a:t>if __name__ == "__main__":</a:t>
            </a:r>
          </a:p>
          <a:p>
            <a:pPr marL="457200" lvl="1" indent="0">
              <a:buNone/>
            </a:pPr>
            <a:r>
              <a:rPr lang="en-US" dirty="0">
                <a:latin typeface="Courier New" charset="0"/>
              </a:rPr>
              <a:t>    import sys</a:t>
            </a:r>
          </a:p>
          <a:p>
            <a:pPr marL="457200" lvl="1" indent="0">
              <a:buNone/>
            </a:pPr>
            <a:r>
              <a:rPr lang="en-US" dirty="0">
                <a:latin typeface="Courier New" charset="0"/>
              </a:rPr>
              <a:t>    print(</a:t>
            </a:r>
            <a:r>
              <a:rPr lang="en-US" dirty="0" err="1">
                <a:latin typeface="Courier New" charset="0"/>
              </a:rPr>
              <a:t>fib_iter</a:t>
            </a:r>
            <a:r>
              <a:rPr lang="en-US" dirty="0">
                <a:latin typeface="Courier New" charset="0"/>
              </a:rPr>
              <a:t>(int(</a:t>
            </a:r>
            <a:r>
              <a:rPr lang="en-US" dirty="0" err="1">
                <a:latin typeface="Courier New" charset="0"/>
              </a:rPr>
              <a:t>sys.argv</a:t>
            </a:r>
            <a:r>
              <a:rPr lang="en-US" dirty="0">
                <a:latin typeface="Courier New" charset="0"/>
              </a:rPr>
              <a:t>[1])))</a:t>
            </a:r>
            <a:endParaRPr lang="en-US" dirty="0"/>
          </a:p>
          <a:p>
            <a:pPr marL="285750" indent="-285750"/>
            <a:r>
              <a:rPr lang="en-US" dirty="0"/>
              <a:t>T</a:t>
            </a:r>
            <a:r>
              <a:rPr dirty="0"/>
              <a:t>h</a:t>
            </a:r>
            <a:r>
              <a:rPr lang="en-US" dirty="0"/>
              <a:t>is </a:t>
            </a:r>
            <a:r>
              <a:rPr dirty="0"/>
              <a:t>code parses the command line only if the module is executed as the “main” file:</a:t>
            </a:r>
          </a:p>
          <a:p>
            <a:pPr marL="457200" lvl="1" indent="0">
              <a:buNone/>
            </a:pPr>
            <a:r>
              <a:rPr dirty="0">
                <a:solidFill>
                  <a:srgbClr val="FF0000"/>
                </a:solidFill>
                <a:latin typeface="Courier New" charset="0"/>
              </a:rPr>
              <a:t>$ python fib.py </a:t>
            </a:r>
            <a:r>
              <a:rPr lang="en-US" dirty="0">
                <a:solidFill>
                  <a:srgbClr val="FF0000"/>
                </a:solidFill>
                <a:latin typeface="Courier New" charset="0"/>
              </a:rPr>
              <a:t>10</a:t>
            </a:r>
          </a:p>
          <a:p>
            <a:pPr marL="457200" lvl="1" indent="0">
              <a:buNone/>
            </a:pPr>
            <a:r>
              <a:rPr dirty="0">
                <a:solidFill>
                  <a:srgbClr val="FF0000"/>
                </a:solidFill>
                <a:latin typeface="Courier New" charset="0"/>
              </a:rPr>
              <a:t>5</a:t>
            </a:r>
            <a:r>
              <a:rPr lang="en-US" dirty="0">
                <a:solidFill>
                  <a:srgbClr val="FF0000"/>
                </a:solidFill>
                <a:latin typeface="Courier New" charset="0"/>
              </a:rPr>
              <a:t>5</a:t>
            </a:r>
          </a:p>
          <a:p>
            <a:r>
              <a:rPr dirty="0"/>
              <a:t>If the module is imported, the code is not run:</a:t>
            </a:r>
          </a:p>
          <a:p>
            <a:pPr marL="0" indent="0">
              <a:buNone/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    &gt;&gt;&gt;</a:t>
            </a:r>
            <a:r>
              <a:rPr dirty="0"/>
              <a:t> </a:t>
            </a:r>
            <a:r>
              <a:rPr dirty="0">
                <a:solidFill>
                  <a:srgbClr val="0070C0"/>
                </a:solidFill>
              </a:rPr>
              <a:t>import fib</a:t>
            </a:r>
          </a:p>
          <a:p>
            <a:pPr marL="0" indent="0">
              <a:buNone/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    &gt;&gt;&gt;</a:t>
            </a:r>
          </a:p>
        </p:txBody>
      </p:sp>
    </p:spTree>
    <p:extLst>
      <p:ext uri="{BB962C8B-B14F-4D97-AF65-F5344CB8AC3E}">
        <p14:creationId xmlns:p14="http://schemas.microsoft.com/office/powerpoint/2010/main" val="3448258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7D9B7-B7BD-974D-A039-4B0EA39E4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13411-820B-2E4B-8F7C-49C228C87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 Python package is a collection of Python modules.</a:t>
            </a:r>
          </a:p>
          <a:p>
            <a:r>
              <a:rPr lang="en-IN" dirty="0"/>
              <a:t>Another level of </a:t>
            </a:r>
            <a:r>
              <a:rPr lang="en-IN" i="1" dirty="0"/>
              <a:t>organization.</a:t>
            </a:r>
          </a:p>
          <a:p>
            <a:r>
              <a:rPr lang="en-IN" i="1" dirty="0"/>
              <a:t>Packages</a:t>
            </a:r>
            <a:r>
              <a:rPr lang="en-IN" dirty="0"/>
              <a:t> are a way of structuring Python’s module namespace by using </a:t>
            </a:r>
            <a:r>
              <a:rPr lang="en-IN" i="1" dirty="0"/>
              <a:t>dotted module names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The module name A.B designates a submodule named B in a package named A. </a:t>
            </a:r>
          </a:p>
          <a:p>
            <a:pPr lvl="1"/>
            <a:r>
              <a:rPr lang="en-IN" dirty="0"/>
              <a:t>The use of dotted module names saves the authors of multi-module packages like NumPy or Pillow from having to worry about each other’s module names.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638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C2B36E92-F5AD-4E45-96D1-D3605F7DDF6D}"/>
              </a:ext>
            </a:extLst>
          </p:cNvPr>
          <p:cNvGrpSpPr/>
          <p:nvPr/>
        </p:nvGrpSpPr>
        <p:grpSpPr>
          <a:xfrm>
            <a:off x="1719944" y="838200"/>
            <a:ext cx="8719457" cy="5422900"/>
            <a:chOff x="195943" y="774700"/>
            <a:chExt cx="8719457" cy="5422900"/>
          </a:xfrm>
        </p:grpSpPr>
        <p:pic>
          <p:nvPicPr>
            <p:cNvPr id="11" name="Picture 10" descr="A screenshot of a cell phone&#10;&#10;Description automatically generated">
              <a:extLst>
                <a:ext uri="{FF2B5EF4-FFF2-40B4-BE49-F238E27FC236}">
                  <a16:creationId xmlns:a16="http://schemas.microsoft.com/office/drawing/2014/main" id="{FCD8E23F-DA32-1E4E-BEDD-23C00E9693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5943" y="774700"/>
              <a:ext cx="8229600" cy="5422900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8B80F6F-8700-4B47-84C0-E3042EDCCDB5}"/>
                </a:ext>
              </a:extLst>
            </p:cNvPr>
            <p:cNvSpPr/>
            <p:nvPr/>
          </p:nvSpPr>
          <p:spPr>
            <a:xfrm>
              <a:off x="4114800" y="5828268"/>
              <a:ext cx="4800600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r>
                <a:rPr lang="en-US" dirty="0"/>
                <a:t>https://</a:t>
              </a:r>
              <a:r>
                <a:rPr lang="en-US" dirty="0" err="1"/>
                <a:t>docs.python.org</a:t>
              </a:r>
              <a:r>
                <a:rPr lang="en-US" dirty="0"/>
                <a:t>/3/tutorial/</a:t>
              </a:r>
              <a:r>
                <a:rPr lang="en-US" dirty="0" err="1"/>
                <a:t>modules.html</a:t>
              </a:r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4DE11798-A9EE-2C43-B25A-B01CD1E57E94}"/>
              </a:ext>
            </a:extLst>
          </p:cNvPr>
          <p:cNvSpPr txBox="1">
            <a:spLocks/>
          </p:cNvSpPr>
          <p:nvPr/>
        </p:nvSpPr>
        <p:spPr>
          <a:xfrm>
            <a:off x="1981201" y="152400"/>
            <a:ext cx="7968343" cy="63976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 </a:t>
            </a:r>
            <a:r>
              <a:rPr lang="en-US" b="1" dirty="0"/>
              <a:t>sound</a:t>
            </a:r>
            <a:r>
              <a:rPr lang="en-US" dirty="0"/>
              <a:t> Package</a:t>
            </a:r>
          </a:p>
        </p:txBody>
      </p:sp>
    </p:spTree>
    <p:extLst>
      <p:ext uri="{BB962C8B-B14F-4D97-AF65-F5344CB8AC3E}">
        <p14:creationId xmlns:p14="http://schemas.microsoft.com/office/powerpoint/2010/main" val="1878748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screenshot of a cell phone&#10;&#10;Description automatically generated">
            <a:extLst>
              <a:ext uri="{FF2B5EF4-FFF2-40B4-BE49-F238E27FC236}">
                <a16:creationId xmlns:a16="http://schemas.microsoft.com/office/drawing/2014/main" id="{FCD8E23F-DA32-1E4E-BEDD-23C00E9693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943" y="774700"/>
            <a:ext cx="8229600" cy="5422900"/>
          </a:xfrm>
          <a:prstGeom prst="rect">
            <a:avLst/>
          </a:prstGeom>
          <a:solidFill>
            <a:srgbClr val="FF0000"/>
          </a:solidFill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8B80F6F-8700-4B47-84C0-E3042EDCCDB5}"/>
              </a:ext>
            </a:extLst>
          </p:cNvPr>
          <p:cNvSpPr/>
          <p:nvPr/>
        </p:nvSpPr>
        <p:spPr>
          <a:xfrm>
            <a:off x="5638800" y="5828268"/>
            <a:ext cx="4800600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docs.python.org</a:t>
            </a:r>
            <a:r>
              <a:rPr lang="en-US" dirty="0"/>
              <a:t>/3/tutorial/</a:t>
            </a:r>
            <a:r>
              <a:rPr lang="en-US" dirty="0" err="1"/>
              <a:t>modules.html</a:t>
            </a: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DE11798-A9EE-2C43-B25A-B01CD1E57E94}"/>
              </a:ext>
            </a:extLst>
          </p:cNvPr>
          <p:cNvSpPr txBox="1">
            <a:spLocks/>
          </p:cNvSpPr>
          <p:nvPr/>
        </p:nvSpPr>
        <p:spPr>
          <a:xfrm>
            <a:off x="1981201" y="152400"/>
            <a:ext cx="7968343" cy="63976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 </a:t>
            </a:r>
            <a:r>
              <a:rPr lang="en-US" b="1" dirty="0"/>
              <a:t>sound</a:t>
            </a:r>
            <a:r>
              <a:rPr lang="en-US" dirty="0"/>
              <a:t> Package</a:t>
            </a:r>
          </a:p>
        </p:txBody>
      </p:sp>
      <p:sp>
        <p:nvSpPr>
          <p:cNvPr id="13" name="Doughnut 12">
            <a:extLst>
              <a:ext uri="{FF2B5EF4-FFF2-40B4-BE49-F238E27FC236}">
                <a16:creationId xmlns:a16="http://schemas.microsoft.com/office/drawing/2014/main" id="{035301F2-5004-4248-970F-4C880DEC67EB}"/>
              </a:ext>
            </a:extLst>
          </p:cNvPr>
          <p:cNvSpPr/>
          <p:nvPr/>
        </p:nvSpPr>
        <p:spPr>
          <a:xfrm>
            <a:off x="3200400" y="1414462"/>
            <a:ext cx="1828800" cy="490538"/>
          </a:xfrm>
          <a:prstGeom prst="donu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Doughnut 13">
            <a:extLst>
              <a:ext uri="{FF2B5EF4-FFF2-40B4-BE49-F238E27FC236}">
                <a16:creationId xmlns:a16="http://schemas.microsoft.com/office/drawing/2014/main" id="{6EA2DB8A-3333-F343-8597-924A76866429}"/>
              </a:ext>
            </a:extLst>
          </p:cNvPr>
          <p:cNvSpPr/>
          <p:nvPr/>
        </p:nvSpPr>
        <p:spPr>
          <a:xfrm>
            <a:off x="2242457" y="950912"/>
            <a:ext cx="1828800" cy="490538"/>
          </a:xfrm>
          <a:prstGeom prst="donu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Doughnut 14">
            <a:extLst>
              <a:ext uri="{FF2B5EF4-FFF2-40B4-BE49-F238E27FC236}">
                <a16:creationId xmlns:a16="http://schemas.microsoft.com/office/drawing/2014/main" id="{17521F39-6A3D-B340-9B23-56CE5C1F854A}"/>
              </a:ext>
            </a:extLst>
          </p:cNvPr>
          <p:cNvSpPr/>
          <p:nvPr/>
        </p:nvSpPr>
        <p:spPr>
          <a:xfrm>
            <a:off x="3084286" y="3486150"/>
            <a:ext cx="1828800" cy="490538"/>
          </a:xfrm>
          <a:prstGeom prst="donu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Doughnut 15">
            <a:extLst>
              <a:ext uri="{FF2B5EF4-FFF2-40B4-BE49-F238E27FC236}">
                <a16:creationId xmlns:a16="http://schemas.microsoft.com/office/drawing/2014/main" id="{E5D9D43F-4AB9-694F-819B-8662A981D4F8}"/>
              </a:ext>
            </a:extLst>
          </p:cNvPr>
          <p:cNvSpPr/>
          <p:nvPr/>
        </p:nvSpPr>
        <p:spPr>
          <a:xfrm>
            <a:off x="3145971" y="4841875"/>
            <a:ext cx="1828800" cy="490538"/>
          </a:xfrm>
          <a:prstGeom prst="donu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DF1610-FFDE-F74A-91A5-8263D5496CBD}"/>
              </a:ext>
            </a:extLst>
          </p:cNvPr>
          <p:cNvSpPr txBox="1"/>
          <p:nvPr/>
        </p:nvSpPr>
        <p:spPr>
          <a:xfrm>
            <a:off x="5334001" y="1923142"/>
            <a:ext cx="4615543" cy="1341656"/>
          </a:xfrm>
          <a:prstGeom prst="ellipse">
            <a:avLst/>
          </a:prstGeom>
          <a:solidFill>
            <a:srgbClr val="FF0000"/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What are these files with funny names?</a:t>
            </a:r>
          </a:p>
        </p:txBody>
      </p:sp>
    </p:spTree>
    <p:extLst>
      <p:ext uri="{BB962C8B-B14F-4D97-AF65-F5344CB8AC3E}">
        <p14:creationId xmlns:p14="http://schemas.microsoft.com/office/powerpoint/2010/main" val="8147017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2C68E-F278-AC4C-B30A-7B57F1D2B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init.py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75E68-65B7-BC43-8ECD-567AAADC8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The 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__.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r>
              <a:rPr lang="en-IN" dirty="0"/>
              <a:t> files are required to make Python treat directories containing the file as packages. </a:t>
            </a:r>
          </a:p>
          <a:p>
            <a:r>
              <a:rPr lang="en-IN" dirty="0"/>
              <a:t>This prevents directories with a common name, such as 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IN" dirty="0"/>
              <a:t>, unintentionally hiding valid modules that occur later on the module search path. </a:t>
            </a:r>
          </a:p>
          <a:p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__.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r>
              <a:rPr lang="en-IN" dirty="0"/>
              <a:t> can just be an empty file</a:t>
            </a:r>
          </a:p>
          <a:p>
            <a:r>
              <a:rPr lang="en-IN" dirty="0"/>
              <a:t>It can also execute initialization code for the package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196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20999-C246-7D46-B376-A0F439C09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199" y="152400"/>
            <a:ext cx="8631677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Importing Modules from Packages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4A3184A-F027-6341-96CD-C8A5A858FD8F}"/>
              </a:ext>
            </a:extLst>
          </p:cNvPr>
          <p:cNvGrpSpPr/>
          <p:nvPr/>
        </p:nvGrpSpPr>
        <p:grpSpPr>
          <a:xfrm>
            <a:off x="1981199" y="1066800"/>
            <a:ext cx="8458200" cy="5209869"/>
            <a:chOff x="195943" y="774700"/>
            <a:chExt cx="8719457" cy="5439154"/>
          </a:xfrm>
        </p:grpSpPr>
        <p:pic>
          <p:nvPicPr>
            <p:cNvPr id="9" name="Picture 8" descr="A screenshot of a cell phone&#10;&#10;Description automatically generated">
              <a:extLst>
                <a:ext uri="{FF2B5EF4-FFF2-40B4-BE49-F238E27FC236}">
                  <a16:creationId xmlns:a16="http://schemas.microsoft.com/office/drawing/2014/main" id="{A3B1D0B1-C574-CF4A-B87B-F3EE0CB3F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5943" y="774700"/>
              <a:ext cx="8229600" cy="5422900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96FE1F1-04FA-3145-BB67-37B5F01501C0}"/>
                </a:ext>
              </a:extLst>
            </p:cNvPr>
            <p:cNvSpPr/>
            <p:nvPr/>
          </p:nvSpPr>
          <p:spPr>
            <a:xfrm>
              <a:off x="3839497" y="5828268"/>
              <a:ext cx="5075903" cy="385586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r>
                <a:rPr lang="en-US" dirty="0"/>
                <a:t>https://</a:t>
              </a:r>
              <a:r>
                <a:rPr lang="en-US" dirty="0" err="1"/>
                <a:t>docs.python.org</a:t>
              </a:r>
              <a:r>
                <a:rPr lang="en-US" dirty="0"/>
                <a:t>/3/tutorial/</a:t>
              </a:r>
              <a:r>
                <a:rPr lang="en-US" dirty="0" err="1"/>
                <a:t>modules.html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806662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4FD7C-2CE5-1F4D-ABF1-028717DC3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Modules from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90497-3EB4-A344-9E1D-0288A999A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417639"/>
            <a:ext cx="8686800" cy="470852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sound.effects.echo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 algn="ctr">
              <a:buNone/>
            </a:pPr>
            <a:endParaRPr lang="en-I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dirty="0"/>
              <a:t>Loads the submodule 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sound.effects.echo</a:t>
            </a:r>
            <a:endParaRPr lang="en-IN" dirty="0"/>
          </a:p>
          <a:p>
            <a:r>
              <a:rPr lang="en-IN" dirty="0"/>
              <a:t>It must be referenced with its full name: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sound.effects.echo.echofilter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0" indent="0">
              <a:buNone/>
            </a:pP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  input, output, </a:t>
            </a:r>
          </a:p>
          <a:p>
            <a:pPr marL="0" indent="0">
              <a:buNone/>
            </a:pP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  delay=0.7, 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atten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=4</a:t>
            </a:r>
          </a:p>
          <a:p>
            <a:pPr marL="0" indent="0">
              <a:buNone/>
            </a:pP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4224036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4FD7C-2CE5-1F4D-ABF1-028717DC3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Modules from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90497-3EB4-A344-9E1D-0288A999A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0200"/>
            <a:ext cx="8458200" cy="45974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sound.effects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b="1" dirty="0">
                <a:latin typeface="Courier New" panose="02070309020205020404" pitchFamily="49" charset="0"/>
                <a:cs typeface="Courier New" panose="02070309020205020404" pitchFamily="49" charset="0"/>
              </a:rPr>
              <a:t>echo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IN" dirty="0"/>
          </a:p>
          <a:p>
            <a:r>
              <a:rPr lang="en-IN" dirty="0"/>
              <a:t>This also loads the submodule 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echo</a:t>
            </a:r>
          </a:p>
          <a:p>
            <a:r>
              <a:rPr lang="en-IN" dirty="0"/>
              <a:t>Makes it available without package prefix </a:t>
            </a:r>
          </a:p>
          <a:p>
            <a:r>
              <a:rPr lang="en-IN" dirty="0"/>
              <a:t>It can be used as:</a:t>
            </a:r>
          </a:p>
          <a:p>
            <a:pPr marL="0" indent="0">
              <a:buNone/>
            </a:pP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echo.echofilter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0" indent="0">
              <a:buNone/>
            </a:pP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   input, output, </a:t>
            </a:r>
          </a:p>
          <a:p>
            <a:pPr marL="0" indent="0">
              <a:buNone/>
            </a:pP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   delay=0.7, 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atten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=4</a:t>
            </a:r>
          </a:p>
          <a:p>
            <a:pPr marL="0" indent="0">
              <a:buNone/>
            </a:pP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938120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4FD7C-2CE5-1F4D-ABF1-028717DC3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Modules from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90497-3EB4-A344-9E1D-0288A999A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600201"/>
            <a:ext cx="89154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I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sound.effects.echo</a:t>
            </a:r>
            <a:r>
              <a:rPr lang="en-IN" b="1" dirty="0"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I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echofilter</a:t>
            </a:r>
            <a:r>
              <a:rPr lang="en-IN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endParaRPr lang="en-IN" dirty="0"/>
          </a:p>
          <a:p>
            <a:r>
              <a:rPr lang="en-IN" dirty="0"/>
              <a:t>This loads the submodule 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echo</a:t>
            </a:r>
            <a:r>
              <a:rPr lang="en-IN" dirty="0"/>
              <a:t>, but this makes its function 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echofilter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IN" dirty="0"/>
              <a:t> directly available.</a:t>
            </a:r>
          </a:p>
          <a:p>
            <a:pPr marL="0" indent="0">
              <a:buNone/>
            </a:pPr>
            <a:endParaRPr lang="en-I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echofilter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(input, output,</a:t>
            </a:r>
          </a:p>
          <a:p>
            <a:pPr marL="0" indent="0">
              <a:buNone/>
            </a:pP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delay=0.7, 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atten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=4)</a:t>
            </a:r>
            <a:r>
              <a:rPr lang="en-IN" dirty="0"/>
              <a:t/>
            </a:r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437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779D5-34D1-5247-815D-3E4E241E7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Popular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F5FEA-B6D9-8442-A2E1-7D5DD5AB0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pandas, </a:t>
            </a:r>
            <a:r>
              <a:rPr lang="en-US" dirty="0" err="1"/>
              <a:t>numpy</a:t>
            </a:r>
            <a:r>
              <a:rPr lang="en-US" dirty="0"/>
              <a:t>, </a:t>
            </a:r>
            <a:r>
              <a:rPr lang="en-US" dirty="0" err="1"/>
              <a:t>scipy</a:t>
            </a:r>
            <a:r>
              <a:rPr lang="en-US" dirty="0"/>
              <a:t>, matplotlib, …</a:t>
            </a:r>
          </a:p>
          <a:p>
            <a:r>
              <a:rPr lang="en-US" dirty="0"/>
              <a:t>Provide a lot of useful functions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014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1429</TotalTime>
  <Words>923</Words>
  <Application>Microsoft Office PowerPoint</Application>
  <PresentationFormat>Widescreen</PresentationFormat>
  <Paragraphs>155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Arial Rounded MT Bold</vt:lpstr>
      <vt:lpstr>Calibri</vt:lpstr>
      <vt:lpstr>Calibri Light</vt:lpstr>
      <vt:lpstr>Courier New</vt:lpstr>
      <vt:lpstr>Office Theme</vt:lpstr>
      <vt:lpstr>Programming using Python</vt:lpstr>
      <vt:lpstr>File I/O</vt:lpstr>
      <vt:lpstr>File I/O: open and close</vt:lpstr>
      <vt:lpstr>File I/O: Example</vt:lpstr>
      <vt:lpstr>File I/O: read, write and append</vt:lpstr>
      <vt:lpstr>File I/O: Examples</vt:lpstr>
      <vt:lpstr>File I/O: Examples</vt:lpstr>
      <vt:lpstr>File I/O: Examples</vt:lpstr>
      <vt:lpstr>File I/O: Examples</vt:lpstr>
      <vt:lpstr>File I/O: Examples</vt:lpstr>
      <vt:lpstr> Programming using Python  </vt:lpstr>
      <vt:lpstr>Modules</vt:lpstr>
      <vt:lpstr>Modules</vt:lpstr>
      <vt:lpstr>Modules Example</vt:lpstr>
      <vt:lpstr>Importing Specific Functions</vt:lpstr>
      <vt:lpstr>Importing ALL Functions</vt:lpstr>
      <vt:lpstr>__main__ in Modules</vt:lpstr>
      <vt:lpstr>__main__ in Modules</vt:lpstr>
      <vt:lpstr>Package</vt:lpstr>
      <vt:lpstr>PowerPoint Presentation</vt:lpstr>
      <vt:lpstr>PowerPoint Presentation</vt:lpstr>
      <vt:lpstr>__init.py__</vt:lpstr>
      <vt:lpstr>Importing Modules from Packages</vt:lpstr>
      <vt:lpstr>Importing Modules from Packages</vt:lpstr>
      <vt:lpstr>Importing Modules from Packages</vt:lpstr>
      <vt:lpstr>Importing Modules from Packages</vt:lpstr>
      <vt:lpstr>Popular Packages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Application Development</dc:title>
  <dc:creator>Edemacu Kennedy</dc:creator>
  <cp:lastModifiedBy>Windows User</cp:lastModifiedBy>
  <cp:revision>153</cp:revision>
  <dcterms:created xsi:type="dcterms:W3CDTF">2022-01-26T11:58:12Z</dcterms:created>
  <dcterms:modified xsi:type="dcterms:W3CDTF">2023-02-23T03:45:22Z</dcterms:modified>
</cp:coreProperties>
</file>